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75" r:id="rId10"/>
    <p:sldId id="263" r:id="rId11"/>
    <p:sldId id="276" r:id="rId12"/>
    <p:sldId id="264" r:id="rId13"/>
    <p:sldId id="277" r:id="rId14"/>
    <p:sldId id="265" r:id="rId15"/>
    <p:sldId id="266" r:id="rId16"/>
    <p:sldId id="267" r:id="rId17"/>
    <p:sldId id="268" r:id="rId18"/>
    <p:sldId id="278" r:id="rId19"/>
    <p:sldId id="269" r:id="rId20"/>
    <p:sldId id="270" r:id="rId21"/>
    <p:sldId id="271" r:id="rId22"/>
    <p:sldId id="272" r:id="rId23"/>
    <p:sldId id="273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15"/>
    <p:restoredTop sz="94681"/>
  </p:normalViewPr>
  <p:slideViewPr>
    <p:cSldViewPr snapToGrid="0">
      <p:cViewPr varScale="1">
        <p:scale>
          <a:sx n="64" d="100"/>
          <a:sy n="64" d="100"/>
        </p:scale>
        <p:origin x="184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84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59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22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87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90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830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3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3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1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65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096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10/21/24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03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185E4-BC43-78AA-DF3F-6652634EE5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Z" dirty="0"/>
              <a:t>Exponential and Logarithmic Equations</a:t>
            </a:r>
            <a:br>
              <a:rPr lang="en-AZ" dirty="0"/>
            </a:br>
            <a:endParaRPr lang="en-AZ" dirty="0"/>
          </a:p>
        </p:txBody>
      </p:sp>
    </p:spTree>
    <p:extLst>
      <p:ext uri="{BB962C8B-B14F-4D97-AF65-F5344CB8AC3E}">
        <p14:creationId xmlns:p14="http://schemas.microsoft.com/office/powerpoint/2010/main" val="753624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6F9B1-2B06-949B-2EAB-E6B1F8BD7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Definition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EE7D772-AD81-E0E7-B81F-DDE0C9933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7225" y="2901950"/>
            <a:ext cx="8343900" cy="2489200"/>
          </a:xfrm>
        </p:spPr>
      </p:pic>
    </p:spTree>
    <p:extLst>
      <p:ext uri="{BB962C8B-B14F-4D97-AF65-F5344CB8AC3E}">
        <p14:creationId xmlns:p14="http://schemas.microsoft.com/office/powerpoint/2010/main" val="18339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69483-CE44-75CC-CEC1-37847195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9" name="Content Placeholder 8" descr="A black text with black text&#10;&#10;Description automatically generated">
            <a:extLst>
              <a:ext uri="{FF2B5EF4-FFF2-40B4-BE49-F238E27FC236}">
                <a16:creationId xmlns:a16="http://schemas.microsoft.com/office/drawing/2014/main" id="{77A69A14-AB6E-1DF9-0A70-E7BA502B0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638" y="2251807"/>
            <a:ext cx="8872724" cy="2354385"/>
          </a:xfrm>
        </p:spPr>
      </p:pic>
    </p:spTree>
    <p:extLst>
      <p:ext uri="{BB962C8B-B14F-4D97-AF65-F5344CB8AC3E}">
        <p14:creationId xmlns:p14="http://schemas.microsoft.com/office/powerpoint/2010/main" val="1614489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369D-2F7C-9A86-8945-7F295E382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</a:t>
            </a:r>
          </a:p>
        </p:txBody>
      </p:sp>
      <p:pic>
        <p:nvPicPr>
          <p:cNvPr id="5" name="Content Placeholder 4" descr="A math problem with equations&#10;&#10;Description automatically generated with medium confidence">
            <a:extLst>
              <a:ext uri="{FF2B5EF4-FFF2-40B4-BE49-F238E27FC236}">
                <a16:creationId xmlns:a16="http://schemas.microsoft.com/office/drawing/2014/main" id="{77035BB7-154C-BE0F-EBBD-95E4FD142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0498" y="2372422"/>
            <a:ext cx="7995871" cy="3308636"/>
          </a:xfrm>
        </p:spPr>
      </p:pic>
    </p:spTree>
    <p:extLst>
      <p:ext uri="{BB962C8B-B14F-4D97-AF65-F5344CB8AC3E}">
        <p14:creationId xmlns:p14="http://schemas.microsoft.com/office/powerpoint/2010/main" val="299228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0D99-4AE4-F1D3-3505-ADB5A1AA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How to solve Exponential Equations?</a:t>
            </a:r>
          </a:p>
        </p:txBody>
      </p:sp>
      <p:pic>
        <p:nvPicPr>
          <p:cNvPr id="5" name="Content Placeholder 4" descr="A sign with black text&#10;&#10;Description automatically generated">
            <a:extLst>
              <a:ext uri="{FF2B5EF4-FFF2-40B4-BE49-F238E27FC236}">
                <a16:creationId xmlns:a16="http://schemas.microsoft.com/office/drawing/2014/main" id="{BE9B9439-B606-7012-BA55-22D549C89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578099"/>
            <a:ext cx="9716762" cy="2644531"/>
          </a:xfrm>
        </p:spPr>
      </p:pic>
    </p:spTree>
    <p:extLst>
      <p:ext uri="{BB962C8B-B14F-4D97-AF65-F5344CB8AC3E}">
        <p14:creationId xmlns:p14="http://schemas.microsoft.com/office/powerpoint/2010/main" val="1766146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C2AE-B319-A640-2856-84CD3509C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5" name="Content Placeholder 4" descr="A black text with black text&#10;&#10;Description automatically generated">
            <a:extLst>
              <a:ext uri="{FF2B5EF4-FFF2-40B4-BE49-F238E27FC236}">
                <a16:creationId xmlns:a16="http://schemas.microsoft.com/office/drawing/2014/main" id="{121B55AB-5875-DCFC-EC35-F7BB89BC8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715006"/>
            <a:ext cx="9356377" cy="2324100"/>
          </a:xfrm>
        </p:spPr>
      </p:pic>
    </p:spTree>
    <p:extLst>
      <p:ext uri="{BB962C8B-B14F-4D97-AF65-F5344CB8AC3E}">
        <p14:creationId xmlns:p14="http://schemas.microsoft.com/office/powerpoint/2010/main" val="3149230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E597-F1E7-8641-E4E4-F5028578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 to Solve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653E25-2650-16D7-A61F-E8B933064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3230880"/>
            <a:ext cx="10610350" cy="835660"/>
          </a:xfrm>
        </p:spPr>
      </p:pic>
    </p:spTree>
    <p:extLst>
      <p:ext uri="{BB962C8B-B14F-4D97-AF65-F5344CB8AC3E}">
        <p14:creationId xmlns:p14="http://schemas.microsoft.com/office/powerpoint/2010/main" val="311976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462D-D321-A302-73D9-E47BF9BF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5" name="Content Placeholder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857284C-E921-CC30-B359-06F739768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887" y="2697438"/>
            <a:ext cx="10644226" cy="1463124"/>
          </a:xfrm>
        </p:spPr>
      </p:pic>
    </p:spTree>
    <p:extLst>
      <p:ext uri="{BB962C8B-B14F-4D97-AF65-F5344CB8AC3E}">
        <p14:creationId xmlns:p14="http://schemas.microsoft.com/office/powerpoint/2010/main" val="304070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AC54-5276-525C-FF58-E37B7B590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 to Solve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4B1D21-1D87-8CC6-24BE-1B2424659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9681" y="3002787"/>
            <a:ext cx="9952638" cy="852425"/>
          </a:xfrm>
        </p:spPr>
      </p:pic>
    </p:spTree>
    <p:extLst>
      <p:ext uri="{BB962C8B-B14F-4D97-AF65-F5344CB8AC3E}">
        <p14:creationId xmlns:p14="http://schemas.microsoft.com/office/powerpoint/2010/main" val="2811990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2876-9983-0200-80B5-E31994556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Algebraic</a:t>
            </a:r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A9E144A-08B6-C7E1-48C3-3BFCC257E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3154682"/>
            <a:ext cx="9518114" cy="1609343"/>
          </a:xfrm>
        </p:spPr>
      </p:pic>
    </p:spTree>
    <p:extLst>
      <p:ext uri="{BB962C8B-B14F-4D97-AF65-F5344CB8AC3E}">
        <p14:creationId xmlns:p14="http://schemas.microsoft.com/office/powerpoint/2010/main" val="1868076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CF5B-45BE-E714-A535-4934BC74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 to Solve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64447B-9369-8083-F4BF-71C19A77E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3034030"/>
            <a:ext cx="9910157" cy="789940"/>
          </a:xfrm>
        </p:spPr>
      </p:pic>
    </p:spTree>
    <p:extLst>
      <p:ext uri="{BB962C8B-B14F-4D97-AF65-F5344CB8AC3E}">
        <p14:creationId xmlns:p14="http://schemas.microsoft.com/office/powerpoint/2010/main" val="869672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A44D-33B8-CC21-9D7D-810017C6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Quadratic Type</a:t>
            </a:r>
          </a:p>
        </p:txBody>
      </p:sp>
      <p:pic>
        <p:nvPicPr>
          <p:cNvPr id="9" name="Content Placeholder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1039FE6-E9E6-1A80-DB71-8412F4ACE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740025"/>
            <a:ext cx="9433658" cy="1377950"/>
          </a:xfrm>
        </p:spPr>
      </p:pic>
    </p:spTree>
    <p:extLst>
      <p:ext uri="{BB962C8B-B14F-4D97-AF65-F5344CB8AC3E}">
        <p14:creationId xmlns:p14="http://schemas.microsoft.com/office/powerpoint/2010/main" val="3827922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F2FA6-7202-5D51-0462-5CAD6A9F9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 to Solve</a:t>
            </a:r>
          </a:p>
        </p:txBody>
      </p:sp>
      <p:pic>
        <p:nvPicPr>
          <p:cNvPr id="5" name="Content Placeholder 4" descr="A math equations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B22DB660-16DD-BA39-0FC9-16025D39D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7585" y="2677160"/>
            <a:ext cx="8611161" cy="2595880"/>
          </a:xfrm>
        </p:spPr>
      </p:pic>
    </p:spTree>
    <p:extLst>
      <p:ext uri="{BB962C8B-B14F-4D97-AF65-F5344CB8AC3E}">
        <p14:creationId xmlns:p14="http://schemas.microsoft.com/office/powerpoint/2010/main" val="365874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F747-34D6-7034-627C-89A9DAB2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 </a:t>
            </a:r>
          </a:p>
        </p:txBody>
      </p:sp>
      <p:pic>
        <p:nvPicPr>
          <p:cNvPr id="5" name="Content Placeholder 4" descr="A black text with black text&#10;&#10;Description automatically generated">
            <a:extLst>
              <a:ext uri="{FF2B5EF4-FFF2-40B4-BE49-F238E27FC236}">
                <a16:creationId xmlns:a16="http://schemas.microsoft.com/office/drawing/2014/main" id="{FF7DECA6-B55C-4784-94BA-B934ED26A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8453" y="2770376"/>
            <a:ext cx="10299795" cy="1609343"/>
          </a:xfrm>
        </p:spPr>
      </p:pic>
    </p:spTree>
    <p:extLst>
      <p:ext uri="{BB962C8B-B14F-4D97-AF65-F5344CB8AC3E}">
        <p14:creationId xmlns:p14="http://schemas.microsoft.com/office/powerpoint/2010/main" val="1161392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89C4-39C6-ED30-6554-DEF397D4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 to Solve</a:t>
            </a:r>
          </a:p>
        </p:txBody>
      </p:sp>
      <p:pic>
        <p:nvPicPr>
          <p:cNvPr id="5" name="Content Placeholder 4" descr="A math problem with numbers and equations&#10;&#10;Description automatically generated with medium confidence">
            <a:extLst>
              <a:ext uri="{FF2B5EF4-FFF2-40B4-BE49-F238E27FC236}">
                <a16:creationId xmlns:a16="http://schemas.microsoft.com/office/drawing/2014/main" id="{F2A3549F-6D8D-47C0-5409-F8F1C42F3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9920" y="2924479"/>
            <a:ext cx="7358184" cy="1839546"/>
          </a:xfrm>
        </p:spPr>
      </p:pic>
    </p:spTree>
    <p:extLst>
      <p:ext uri="{BB962C8B-B14F-4D97-AF65-F5344CB8AC3E}">
        <p14:creationId xmlns:p14="http://schemas.microsoft.com/office/powerpoint/2010/main" val="2695216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50B7-ACB2-6339-D9FD-4123BA43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Definition</a:t>
            </a:r>
          </a:p>
        </p:txBody>
      </p:sp>
      <p:pic>
        <p:nvPicPr>
          <p:cNvPr id="5" name="Content Placeholder 4" descr="A math equations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B17D2D42-0987-C105-854E-D6DC489EC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9925" y="2921000"/>
            <a:ext cx="8318500" cy="2451100"/>
          </a:xfrm>
        </p:spPr>
      </p:pic>
    </p:spTree>
    <p:extLst>
      <p:ext uri="{BB962C8B-B14F-4D97-AF65-F5344CB8AC3E}">
        <p14:creationId xmlns:p14="http://schemas.microsoft.com/office/powerpoint/2010/main" val="2114174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C3EC-2D6A-EBD3-D8BB-8944571E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5" name="Content Placeholder 4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21B15739-8DBA-9167-2C9E-FE01CE687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2076" y="2854959"/>
            <a:ext cx="8167848" cy="1609343"/>
          </a:xfrm>
        </p:spPr>
      </p:pic>
    </p:spTree>
    <p:extLst>
      <p:ext uri="{BB962C8B-B14F-4D97-AF65-F5344CB8AC3E}">
        <p14:creationId xmlns:p14="http://schemas.microsoft.com/office/powerpoint/2010/main" val="3822766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5E61D-941E-B9F1-0A1A-C6014C960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 to Solve</a:t>
            </a:r>
          </a:p>
        </p:txBody>
      </p:sp>
      <p:pic>
        <p:nvPicPr>
          <p:cNvPr id="5" name="Content Placeholder 4" descr="A math problem with equations&#10;&#10;Description automatically generated with medium confidence">
            <a:extLst>
              <a:ext uri="{FF2B5EF4-FFF2-40B4-BE49-F238E27FC236}">
                <a16:creationId xmlns:a16="http://schemas.microsoft.com/office/drawing/2014/main" id="{8714BA56-9388-ECF2-B05C-0F31F5722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5005" y="2725801"/>
            <a:ext cx="7101122" cy="3094990"/>
          </a:xfrm>
        </p:spPr>
      </p:pic>
    </p:spTree>
    <p:extLst>
      <p:ext uri="{BB962C8B-B14F-4D97-AF65-F5344CB8AC3E}">
        <p14:creationId xmlns:p14="http://schemas.microsoft.com/office/powerpoint/2010/main" val="4228549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D1068-E9C9-63D0-ADAF-3EAB56162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How to Solve Logarithmic Equations? </a:t>
            </a:r>
          </a:p>
        </p:txBody>
      </p:sp>
      <p:pic>
        <p:nvPicPr>
          <p:cNvPr id="5" name="Content Placeholder 4" descr="A white rectangular box with green text&#10;&#10;Description automatically generated">
            <a:extLst>
              <a:ext uri="{FF2B5EF4-FFF2-40B4-BE49-F238E27FC236}">
                <a16:creationId xmlns:a16="http://schemas.microsoft.com/office/drawing/2014/main" id="{339D15C5-9BFF-9F7C-20BF-EDF932D6E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666" y="2120900"/>
            <a:ext cx="8355017" cy="4051300"/>
          </a:xfrm>
        </p:spPr>
      </p:pic>
    </p:spTree>
    <p:extLst>
      <p:ext uri="{BB962C8B-B14F-4D97-AF65-F5344CB8AC3E}">
        <p14:creationId xmlns:p14="http://schemas.microsoft.com/office/powerpoint/2010/main" val="3757285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932EA-EE9B-9812-184D-1CE7F2E9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E07358-2663-6DB6-68E7-7AEE4644A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015" y="2633220"/>
            <a:ext cx="7404906" cy="2139950"/>
          </a:xfrm>
        </p:spPr>
      </p:pic>
    </p:spTree>
    <p:extLst>
      <p:ext uri="{BB962C8B-B14F-4D97-AF65-F5344CB8AC3E}">
        <p14:creationId xmlns:p14="http://schemas.microsoft.com/office/powerpoint/2010/main" val="3880740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FEB6-2961-08BC-81A4-E85994EA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 to Solve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AEBF52-3675-E741-4BBD-181669E6F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3094" y="2792984"/>
            <a:ext cx="7611571" cy="2105660"/>
          </a:xfrm>
        </p:spPr>
      </p:pic>
    </p:spTree>
    <p:extLst>
      <p:ext uri="{BB962C8B-B14F-4D97-AF65-F5344CB8AC3E}">
        <p14:creationId xmlns:p14="http://schemas.microsoft.com/office/powerpoint/2010/main" val="2038959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79ED-C67E-0279-3873-E5CA1A555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5" name="Content Placeholder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98F4608B-2E1C-B058-1378-0D4DD6B61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1283" y="2940626"/>
            <a:ext cx="7929434" cy="1478973"/>
          </a:xfrm>
        </p:spPr>
      </p:pic>
    </p:spTree>
    <p:extLst>
      <p:ext uri="{BB962C8B-B14F-4D97-AF65-F5344CB8AC3E}">
        <p14:creationId xmlns:p14="http://schemas.microsoft.com/office/powerpoint/2010/main" val="1332325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212B-AB75-E7AF-59E3-FE6301E2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 to Solve</a:t>
            </a:r>
          </a:p>
        </p:txBody>
      </p:sp>
      <p:pic>
        <p:nvPicPr>
          <p:cNvPr id="11" name="Content Placeholder 10" descr="A math equations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2B73F102-C260-2462-9FDA-DE1225C55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5699" y="2848632"/>
            <a:ext cx="7880602" cy="2692952"/>
          </a:xfrm>
        </p:spPr>
      </p:pic>
    </p:spTree>
    <p:extLst>
      <p:ext uri="{BB962C8B-B14F-4D97-AF65-F5344CB8AC3E}">
        <p14:creationId xmlns:p14="http://schemas.microsoft.com/office/powerpoint/2010/main" val="1163435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7709-E3C9-566A-1AFF-9EEA03E2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Example</a:t>
            </a:r>
          </a:p>
        </p:txBody>
      </p:sp>
      <p:pic>
        <p:nvPicPr>
          <p:cNvPr id="5" name="Content Placeholder 4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467703BF-F7D3-81E9-EF59-749A01AA0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422" y="2624328"/>
            <a:ext cx="8949156" cy="1609344"/>
          </a:xfrm>
        </p:spPr>
      </p:pic>
    </p:spTree>
    <p:extLst>
      <p:ext uri="{BB962C8B-B14F-4D97-AF65-F5344CB8AC3E}">
        <p14:creationId xmlns:p14="http://schemas.microsoft.com/office/powerpoint/2010/main" val="4165151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25D9C-CF7D-508A-E876-F1B02748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Z" dirty="0"/>
              <a:t>Problems to Solve</a:t>
            </a:r>
          </a:p>
        </p:txBody>
      </p:sp>
      <p:pic>
        <p:nvPicPr>
          <p:cNvPr id="5" name="Content Placeholder 4" descr="A math equations with numbers&#10;&#10;Description automatically generated with medium confidence">
            <a:extLst>
              <a:ext uri="{FF2B5EF4-FFF2-40B4-BE49-F238E27FC236}">
                <a16:creationId xmlns:a16="http://schemas.microsoft.com/office/drawing/2014/main" id="{0719FA66-8E48-4FCE-4F99-7FC9673BD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220" y="2508057"/>
            <a:ext cx="6318776" cy="3331718"/>
          </a:xfrm>
        </p:spPr>
      </p:pic>
    </p:spTree>
    <p:extLst>
      <p:ext uri="{BB962C8B-B14F-4D97-AF65-F5344CB8AC3E}">
        <p14:creationId xmlns:p14="http://schemas.microsoft.com/office/powerpoint/2010/main" val="2789342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Wood 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586</TotalTime>
  <Words>58</Words>
  <Application>Microsoft Macintosh PowerPoint</Application>
  <PresentationFormat>Widescreen</PresentationFormat>
  <Paragraphs>25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Bookman Old Style</vt:lpstr>
      <vt:lpstr>Calibri</vt:lpstr>
      <vt:lpstr>Century Gothic</vt:lpstr>
      <vt:lpstr>Rockwell Extra Bold</vt:lpstr>
      <vt:lpstr>Wingdings</vt:lpstr>
      <vt:lpstr>Wood Type</vt:lpstr>
      <vt:lpstr>Exponential and Logarithmic Equations </vt:lpstr>
      <vt:lpstr>Definition</vt:lpstr>
      <vt:lpstr>Example</vt:lpstr>
      <vt:lpstr>Problems</vt:lpstr>
      <vt:lpstr>How to solve Exponential Equations?</vt:lpstr>
      <vt:lpstr>Example</vt:lpstr>
      <vt:lpstr>Problems to Solve</vt:lpstr>
      <vt:lpstr>Example</vt:lpstr>
      <vt:lpstr>Problems to Solve</vt:lpstr>
      <vt:lpstr>Algebraic</vt:lpstr>
      <vt:lpstr>Problems to Solve</vt:lpstr>
      <vt:lpstr>Quadratic Type</vt:lpstr>
      <vt:lpstr>Problems to Solve</vt:lpstr>
      <vt:lpstr>Example </vt:lpstr>
      <vt:lpstr>Problems to Solve</vt:lpstr>
      <vt:lpstr>Definition</vt:lpstr>
      <vt:lpstr>Example</vt:lpstr>
      <vt:lpstr>Problems to Solve</vt:lpstr>
      <vt:lpstr>How to Solve Logarithmic Equations? </vt:lpstr>
      <vt:lpstr>Example</vt:lpstr>
      <vt:lpstr>Problems to Solve</vt:lpstr>
      <vt:lpstr>Example</vt:lpstr>
      <vt:lpstr>Problems to Solve</vt:lpstr>
      <vt:lpstr>Example</vt:lpstr>
      <vt:lpstr>Problems to Solve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Mujgan Aliyeva</dc:creator>
  <cp:lastModifiedBy>Mujgan Aliyeva</cp:lastModifiedBy>
  <cp:revision>6</cp:revision>
  <dcterms:created xsi:type="dcterms:W3CDTF">2024-10-16T19:18:05Z</dcterms:created>
  <dcterms:modified xsi:type="dcterms:W3CDTF">2024-10-21T20:23:58Z</dcterms:modified>
</cp:coreProperties>
</file>