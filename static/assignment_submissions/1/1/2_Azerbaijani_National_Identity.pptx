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3"/>
  </p:notesMasterIdLst>
  <p:handoutMasterIdLst>
    <p:handoutMasterId r:id="rId24"/>
  </p:handoutMasterIdLst>
  <p:sldIdLst>
    <p:sldId id="256" r:id="rId2"/>
    <p:sldId id="319" r:id="rId3"/>
    <p:sldId id="270" r:id="rId4"/>
    <p:sldId id="336" r:id="rId5"/>
    <p:sldId id="275" r:id="rId6"/>
    <p:sldId id="320" r:id="rId7"/>
    <p:sldId id="334" r:id="rId8"/>
    <p:sldId id="335" r:id="rId9"/>
    <p:sldId id="322" r:id="rId10"/>
    <p:sldId id="324" r:id="rId11"/>
    <p:sldId id="325" r:id="rId12"/>
    <p:sldId id="257" r:id="rId13"/>
    <p:sldId id="337" r:id="rId14"/>
    <p:sldId id="326" r:id="rId15"/>
    <p:sldId id="327" r:id="rId16"/>
    <p:sldId id="328" r:id="rId17"/>
    <p:sldId id="287" r:id="rId18"/>
    <p:sldId id="330" r:id="rId19"/>
    <p:sldId id="329" r:id="rId20"/>
    <p:sldId id="331" r:id="rId21"/>
    <p:sldId id="332" r:id="rId22"/>
  </p:sldIdLst>
  <p:sldSz cx="9144000" cy="6858000" type="screen4x3"/>
  <p:notesSz cx="6858000" cy="9144000"/>
  <p:defaultTextStyle>
    <a:defPPr>
      <a:defRPr lang="ru-RU"/>
    </a:defPPr>
    <a:lvl1pPr algn="l" rtl="0" eaLnBrk="0" fontAlgn="base" hangingPunct="0">
      <a:spcBef>
        <a:spcPct val="0"/>
      </a:spcBef>
      <a:spcAft>
        <a:spcPct val="0"/>
      </a:spcAft>
      <a:defRPr kern="1200">
        <a:solidFill>
          <a:schemeClr val="tx1"/>
        </a:solidFill>
        <a:latin typeface="Arial" charset="0"/>
        <a:ea typeface="Arial" charset="0"/>
        <a:cs typeface="Arial" charset="0"/>
      </a:defRPr>
    </a:lvl1pPr>
    <a:lvl2pPr marL="457200" algn="l" rtl="0" eaLnBrk="0" fontAlgn="base" hangingPunct="0">
      <a:spcBef>
        <a:spcPct val="0"/>
      </a:spcBef>
      <a:spcAft>
        <a:spcPct val="0"/>
      </a:spcAft>
      <a:defRPr kern="1200">
        <a:solidFill>
          <a:schemeClr val="tx1"/>
        </a:solidFill>
        <a:latin typeface="Arial" charset="0"/>
        <a:ea typeface="Arial" charset="0"/>
        <a:cs typeface="Arial" charset="0"/>
      </a:defRPr>
    </a:lvl2pPr>
    <a:lvl3pPr marL="914400" algn="l" rtl="0" eaLnBrk="0" fontAlgn="base" hangingPunct="0">
      <a:spcBef>
        <a:spcPct val="0"/>
      </a:spcBef>
      <a:spcAft>
        <a:spcPct val="0"/>
      </a:spcAft>
      <a:defRPr kern="1200">
        <a:solidFill>
          <a:schemeClr val="tx1"/>
        </a:solidFill>
        <a:latin typeface="Arial" charset="0"/>
        <a:ea typeface="Arial" charset="0"/>
        <a:cs typeface="Arial" charset="0"/>
      </a:defRPr>
    </a:lvl3pPr>
    <a:lvl4pPr marL="1371600" algn="l" rtl="0" eaLnBrk="0" fontAlgn="base" hangingPunct="0">
      <a:spcBef>
        <a:spcPct val="0"/>
      </a:spcBef>
      <a:spcAft>
        <a:spcPct val="0"/>
      </a:spcAft>
      <a:defRPr kern="1200">
        <a:solidFill>
          <a:schemeClr val="tx1"/>
        </a:solidFill>
        <a:latin typeface="Arial" charset="0"/>
        <a:ea typeface="Arial" charset="0"/>
        <a:cs typeface="Arial" charset="0"/>
      </a:defRPr>
    </a:lvl4pPr>
    <a:lvl5pPr marL="1828800" algn="l" rtl="0" eaLnBrk="0" fontAlgn="base" hangingPunct="0">
      <a:spcBef>
        <a:spcPct val="0"/>
      </a:spcBef>
      <a:spcAft>
        <a:spcPct val="0"/>
      </a:spcAft>
      <a:defRPr kern="1200">
        <a:solidFill>
          <a:schemeClr val="tx1"/>
        </a:solidFill>
        <a:latin typeface="Arial" charset="0"/>
        <a:ea typeface="Arial" charset="0"/>
        <a:cs typeface="Arial" charset="0"/>
      </a:defRPr>
    </a:lvl5pPr>
    <a:lvl6pPr marL="2286000" algn="l" defTabSz="914400" rtl="0" eaLnBrk="1" latinLnBrk="0" hangingPunct="1">
      <a:defRPr kern="1200">
        <a:solidFill>
          <a:schemeClr val="tx1"/>
        </a:solidFill>
        <a:latin typeface="Arial" charset="0"/>
        <a:ea typeface="Arial" charset="0"/>
        <a:cs typeface="Arial" charset="0"/>
      </a:defRPr>
    </a:lvl6pPr>
    <a:lvl7pPr marL="2743200" algn="l" defTabSz="914400" rtl="0" eaLnBrk="1" latinLnBrk="0" hangingPunct="1">
      <a:defRPr kern="1200">
        <a:solidFill>
          <a:schemeClr val="tx1"/>
        </a:solidFill>
        <a:latin typeface="Arial" charset="0"/>
        <a:ea typeface="Arial" charset="0"/>
        <a:cs typeface="Arial" charset="0"/>
      </a:defRPr>
    </a:lvl7pPr>
    <a:lvl8pPr marL="3200400" algn="l" defTabSz="914400" rtl="0" eaLnBrk="1" latinLnBrk="0" hangingPunct="1">
      <a:defRPr kern="1200">
        <a:solidFill>
          <a:schemeClr val="tx1"/>
        </a:solidFill>
        <a:latin typeface="Arial" charset="0"/>
        <a:ea typeface="Arial" charset="0"/>
        <a:cs typeface="Arial" charset="0"/>
      </a:defRPr>
    </a:lvl8pPr>
    <a:lvl9pPr marL="3657600" algn="l" defTabSz="914400" rtl="0" eaLnBrk="1" latinLnBrk="0" hangingPunct="1">
      <a:defRPr kern="1200">
        <a:solidFill>
          <a:schemeClr val="tx1"/>
        </a:solidFill>
        <a:latin typeface="Arial" charset="0"/>
        <a:ea typeface="Arial" charset="0"/>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86" autoAdjust="0"/>
    <p:restoredTop sz="34857" autoAdjust="0"/>
  </p:normalViewPr>
  <p:slideViewPr>
    <p:cSldViewPr>
      <p:cViewPr varScale="1">
        <p:scale>
          <a:sx n="70" d="100"/>
          <a:sy n="70" d="100"/>
        </p:scale>
        <p:origin x="1176" y="4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x-none"/>
          </a:p>
        </p:txBody>
      </p:sp>
      <p:sp>
        <p:nvSpPr>
          <p:cNvPr id="3" name="Date Placeholder 2"/>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fld id="{A4D2D4FB-1ABD-FC44-957B-9E8C8E477B57}" type="datetimeFigureOut">
              <a:rPr lang="en-US" altLang="x-none"/>
              <a:pPr/>
              <a:t>9/8/2025</a:t>
            </a:fld>
            <a:endParaRPr lang="en-US" altLang="x-none"/>
          </a:p>
        </p:txBody>
      </p:sp>
      <p:sp>
        <p:nvSpPr>
          <p:cNvPr id="4" name="Footer Placeholder 3"/>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x-none"/>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B44E09C-72E6-C642-9D72-984E8EE32457}" type="slidenum">
              <a:rPr lang="en-US" altLang="x-none"/>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defRPr>
            </a:lvl1pPr>
          </a:lstStyle>
          <a:p>
            <a:endParaRPr lang="x-none" altLang="x-none"/>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defRPr>
            </a:lvl1pPr>
          </a:lstStyle>
          <a:p>
            <a:fld id="{A8C6DB95-0EAA-1840-96DA-E6FEB9033248}" type="datetimeFigureOut">
              <a:rPr lang="ru-RU" altLang="x-none"/>
              <a:pPr/>
              <a:t>08.09.2025</a:t>
            </a:fld>
            <a:endParaRPr lang="ru-RU" altLang="x-non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ru-RU"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ru-RU"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defRPr>
            </a:lvl1pPr>
          </a:lstStyle>
          <a:p>
            <a:endParaRPr lang="x-none" altLang="x-non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defRPr>
            </a:lvl1pPr>
          </a:lstStyle>
          <a:p>
            <a:fld id="{28CB0D61-2A26-7247-90C0-82B2B069B78A}" type="slidenum">
              <a:rPr lang="ru-RU" altLang="x-none"/>
              <a:pPr/>
              <a:t>‹#›</a:t>
            </a:fld>
            <a:endParaRPr lang="ru-RU"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Образ слайда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4578"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x-none" altLang="x-none"/>
          </a:p>
        </p:txBody>
      </p:sp>
      <p:sp>
        <p:nvSpPr>
          <p:cNvPr id="24579"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90695B35-3DEF-194A-B9C1-C1FC3E853F09}" type="slidenum">
              <a:rPr lang="ru-RU" altLang="x-none"/>
              <a:pPr>
                <a:spcBef>
                  <a:spcPct val="0"/>
                </a:spcBef>
              </a:pPr>
              <a:t>10</a:t>
            </a:fld>
            <a:endParaRPr lang="ru-RU" altLang="x-non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x-none" altLang="x-none"/>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D4743F6D-2356-6C46-A885-74557838A8AE}" type="slidenum">
              <a:rPr lang="ru-RU" altLang="x-none"/>
              <a:pPr>
                <a:spcBef>
                  <a:spcPct val="0"/>
                </a:spcBef>
              </a:pPr>
              <a:t>13</a:t>
            </a:fld>
            <a:endParaRPr lang="ru-RU" altLang="x-none"/>
          </a:p>
        </p:txBody>
      </p:sp>
    </p:spTree>
    <p:extLst>
      <p:ext uri="{BB962C8B-B14F-4D97-AF65-F5344CB8AC3E}">
        <p14:creationId xmlns:p14="http://schemas.microsoft.com/office/powerpoint/2010/main" val="3416910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x-none" altLang="x-none"/>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D4743F6D-2356-6C46-A885-74557838A8AE}" type="slidenum">
              <a:rPr lang="ru-RU" altLang="x-none"/>
              <a:pPr>
                <a:spcBef>
                  <a:spcPct val="0"/>
                </a:spcBef>
              </a:pPr>
              <a:t>14</a:t>
            </a:fld>
            <a:endParaRPr lang="ru-RU" altLang="x-non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x-none" altLang="x-none"/>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D5A4E8D3-E389-5943-AAB0-D1D606D0FD2A}" type="slidenum">
              <a:rPr lang="ru-RU" altLang="x-none"/>
              <a:pPr>
                <a:spcBef>
                  <a:spcPct val="0"/>
                </a:spcBef>
              </a:pPr>
              <a:t>15</a:t>
            </a:fld>
            <a:endParaRPr lang="ru-RU" altLang="x-non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27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x-none" altLang="x-none"/>
          </a:p>
        </p:txBody>
      </p:sp>
      <p:sp>
        <p:nvSpPr>
          <p:cNvPr id="327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3DA2EA52-40F9-1845-8B1C-0D72E4F279B3}" type="slidenum">
              <a:rPr lang="ru-RU" altLang="x-none"/>
              <a:pPr>
                <a:spcBef>
                  <a:spcPct val="0"/>
                </a:spcBef>
              </a:pPr>
              <a:t>16</a:t>
            </a:fld>
            <a:endParaRPr lang="ru-RU" altLang="x-none"/>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solidFill>
                  <a:srgbClr val="D1EAEE"/>
                </a:solidFill>
              </a:defRPr>
            </a:lvl1pPr>
          </a:lstStyle>
          <a:p>
            <a:fld id="{61CD51CB-0F0E-244D-AEF4-981E86471146}" type="datetimeFigureOut">
              <a:rPr lang="ru-RU" altLang="x-none"/>
              <a:pPr/>
              <a:t>08.09.2025</a:t>
            </a:fld>
            <a:endParaRPr lang="ru-RU" altLang="x-none"/>
          </a:p>
        </p:txBody>
      </p:sp>
      <p:sp>
        <p:nvSpPr>
          <p:cNvPr id="5" name="Footer Placeholder 18"/>
          <p:cNvSpPr>
            <a:spLocks noGrp="1"/>
          </p:cNvSpPr>
          <p:nvPr>
            <p:ph type="ftr" sz="quarter" idx="11"/>
          </p:nvPr>
        </p:nvSpPr>
        <p:spPr/>
        <p:txBody>
          <a:bodyPr/>
          <a:lstStyle>
            <a:lvl1pPr>
              <a:defRPr>
                <a:solidFill>
                  <a:srgbClr val="D1EAEE"/>
                </a:solidFill>
              </a:defRPr>
            </a:lvl1pPr>
          </a:lstStyle>
          <a:p>
            <a:endParaRPr lang="x-none" altLang="x-none"/>
          </a:p>
        </p:txBody>
      </p:sp>
      <p:sp>
        <p:nvSpPr>
          <p:cNvPr id="6" name="Slide Number Placeholder 26"/>
          <p:cNvSpPr>
            <a:spLocks noGrp="1"/>
          </p:cNvSpPr>
          <p:nvPr>
            <p:ph type="sldNum" sz="quarter" idx="12"/>
          </p:nvPr>
        </p:nvSpPr>
        <p:spPr/>
        <p:txBody>
          <a:bodyPr/>
          <a:lstStyle>
            <a:lvl1pPr>
              <a:defRPr>
                <a:solidFill>
                  <a:srgbClr val="D1EAEE"/>
                </a:solidFill>
              </a:defRPr>
            </a:lvl1pPr>
          </a:lstStyle>
          <a:p>
            <a:fld id="{947C0A4D-9E4E-1D41-97C7-816AAAC7F503}" type="slidenum">
              <a:rPr lang="ru-RU" altLang="x-none"/>
              <a:pPr/>
              <a:t>‹#›</a:t>
            </a:fld>
            <a:endParaRPr lang="ru-RU" altLang="x-none"/>
          </a:p>
        </p:txBody>
      </p:sp>
    </p:spTree>
    <p:extLst>
      <p:ext uri="{BB962C8B-B14F-4D97-AF65-F5344CB8AC3E}">
        <p14:creationId xmlns:p14="http://schemas.microsoft.com/office/powerpoint/2010/main" val="209011103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723C67AF-C795-9542-A3E3-0EA22ED0A742}" type="datetimeFigureOut">
              <a:rPr lang="ru-RU" altLang="x-none"/>
              <a:pPr/>
              <a:t>08.09.2025</a:t>
            </a:fld>
            <a:endParaRPr lang="ru-RU" altLang="x-none"/>
          </a:p>
        </p:txBody>
      </p:sp>
      <p:sp>
        <p:nvSpPr>
          <p:cNvPr id="5" name="Footer Placeholder 21"/>
          <p:cNvSpPr>
            <a:spLocks noGrp="1"/>
          </p:cNvSpPr>
          <p:nvPr>
            <p:ph type="ftr" sz="quarter" idx="11"/>
          </p:nvPr>
        </p:nvSpPr>
        <p:spPr/>
        <p:txBody>
          <a:bodyPr/>
          <a:lstStyle>
            <a:lvl1pPr>
              <a:defRPr/>
            </a:lvl1pPr>
          </a:lstStyle>
          <a:p>
            <a:endParaRPr lang="x-none" altLang="x-none"/>
          </a:p>
        </p:txBody>
      </p:sp>
      <p:sp>
        <p:nvSpPr>
          <p:cNvPr id="6" name="Slide Number Placeholder 17"/>
          <p:cNvSpPr>
            <a:spLocks noGrp="1"/>
          </p:cNvSpPr>
          <p:nvPr>
            <p:ph type="sldNum" sz="quarter" idx="12"/>
          </p:nvPr>
        </p:nvSpPr>
        <p:spPr/>
        <p:txBody>
          <a:bodyPr/>
          <a:lstStyle>
            <a:lvl1pPr>
              <a:defRPr/>
            </a:lvl1pPr>
          </a:lstStyle>
          <a:p>
            <a:fld id="{9B9BA7FA-3111-0F4E-AB4A-B0F5692949C8}" type="slidenum">
              <a:rPr lang="ru-RU" altLang="x-none"/>
              <a:pPr/>
              <a:t>‹#›</a:t>
            </a:fld>
            <a:endParaRPr lang="ru-RU" altLang="x-none"/>
          </a:p>
        </p:txBody>
      </p:sp>
    </p:spTree>
    <p:extLst>
      <p:ext uri="{BB962C8B-B14F-4D97-AF65-F5344CB8AC3E}">
        <p14:creationId xmlns:p14="http://schemas.microsoft.com/office/powerpoint/2010/main" val="1186356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rgbClr val="D1EAEE"/>
                </a:solidFill>
              </a:defRPr>
            </a:lvl1pPr>
          </a:lstStyle>
          <a:p>
            <a:fld id="{18E0A93A-9982-2048-BF8C-8FED99E819FF}" type="datetimeFigureOut">
              <a:rPr lang="ru-RU" altLang="x-none"/>
              <a:pPr/>
              <a:t>08.09.2025</a:t>
            </a:fld>
            <a:endParaRPr lang="ru-RU" altLang="x-none"/>
          </a:p>
        </p:txBody>
      </p:sp>
      <p:sp>
        <p:nvSpPr>
          <p:cNvPr id="5" name="Footer Placeholder 4"/>
          <p:cNvSpPr>
            <a:spLocks noGrp="1"/>
          </p:cNvSpPr>
          <p:nvPr>
            <p:ph type="ftr" sz="quarter" idx="11"/>
          </p:nvPr>
        </p:nvSpPr>
        <p:spPr/>
        <p:txBody>
          <a:bodyPr/>
          <a:lstStyle>
            <a:lvl1pPr>
              <a:defRPr>
                <a:solidFill>
                  <a:srgbClr val="D1EAEE"/>
                </a:solidFill>
              </a:defRPr>
            </a:lvl1pPr>
          </a:lstStyle>
          <a:p>
            <a:endParaRPr lang="x-none" altLang="x-none"/>
          </a:p>
        </p:txBody>
      </p:sp>
      <p:sp>
        <p:nvSpPr>
          <p:cNvPr id="6" name="Slide Number Placeholder 5"/>
          <p:cNvSpPr>
            <a:spLocks noGrp="1"/>
          </p:cNvSpPr>
          <p:nvPr>
            <p:ph type="sldNum" sz="quarter" idx="12"/>
          </p:nvPr>
        </p:nvSpPr>
        <p:spPr/>
        <p:txBody>
          <a:bodyPr/>
          <a:lstStyle>
            <a:lvl1pPr>
              <a:defRPr>
                <a:solidFill>
                  <a:srgbClr val="D1EAEE"/>
                </a:solidFill>
              </a:defRPr>
            </a:lvl1pPr>
          </a:lstStyle>
          <a:p>
            <a:fld id="{027CA6A8-3485-7640-86FD-B7E755930A8C}" type="slidenum">
              <a:rPr lang="ru-RU" altLang="x-none"/>
              <a:pPr/>
              <a:t>‹#›</a:t>
            </a:fld>
            <a:endParaRPr lang="ru-RU" altLang="x-none"/>
          </a:p>
        </p:txBody>
      </p:sp>
    </p:spTree>
    <p:extLst>
      <p:ext uri="{BB962C8B-B14F-4D97-AF65-F5344CB8AC3E}">
        <p14:creationId xmlns:p14="http://schemas.microsoft.com/office/powerpoint/2010/main" val="210615126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fld id="{95E5EABC-B31B-5A45-8C58-221B5DBFDC31}" type="datetimeFigureOut">
              <a:rPr lang="ru-RU" altLang="x-none"/>
              <a:pPr/>
              <a:t>08.09.2025</a:t>
            </a:fld>
            <a:endParaRPr lang="ru-RU" altLang="x-none"/>
          </a:p>
        </p:txBody>
      </p:sp>
      <p:sp>
        <p:nvSpPr>
          <p:cNvPr id="6" name="Footer Placeholder 21"/>
          <p:cNvSpPr>
            <a:spLocks noGrp="1"/>
          </p:cNvSpPr>
          <p:nvPr>
            <p:ph type="ftr" sz="quarter" idx="11"/>
          </p:nvPr>
        </p:nvSpPr>
        <p:spPr/>
        <p:txBody>
          <a:bodyPr/>
          <a:lstStyle>
            <a:lvl1pPr>
              <a:defRPr/>
            </a:lvl1pPr>
          </a:lstStyle>
          <a:p>
            <a:endParaRPr lang="x-none" altLang="x-none"/>
          </a:p>
        </p:txBody>
      </p:sp>
      <p:sp>
        <p:nvSpPr>
          <p:cNvPr id="7" name="Slide Number Placeholder 17"/>
          <p:cNvSpPr>
            <a:spLocks noGrp="1"/>
          </p:cNvSpPr>
          <p:nvPr>
            <p:ph type="sldNum" sz="quarter" idx="12"/>
          </p:nvPr>
        </p:nvSpPr>
        <p:spPr/>
        <p:txBody>
          <a:bodyPr/>
          <a:lstStyle>
            <a:lvl1pPr>
              <a:defRPr/>
            </a:lvl1pPr>
          </a:lstStyle>
          <a:p>
            <a:fld id="{CD8095DD-CD49-7245-A35E-F9193ADA399F}" type="slidenum">
              <a:rPr lang="ru-RU" altLang="x-none"/>
              <a:pPr/>
              <a:t>‹#›</a:t>
            </a:fld>
            <a:endParaRPr lang="ru-RU" altLang="x-none"/>
          </a:p>
        </p:txBody>
      </p:sp>
    </p:spTree>
    <p:extLst>
      <p:ext uri="{BB962C8B-B14F-4D97-AF65-F5344CB8AC3E}">
        <p14:creationId xmlns:p14="http://schemas.microsoft.com/office/powerpoint/2010/main" val="1855281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fld id="{8A35E32A-11A9-D240-B52C-164CFCE82AB6}" type="datetimeFigureOut">
              <a:rPr lang="ru-RU" altLang="x-none"/>
              <a:pPr/>
              <a:t>08.09.2025</a:t>
            </a:fld>
            <a:endParaRPr lang="ru-RU" altLang="x-none"/>
          </a:p>
        </p:txBody>
      </p:sp>
      <p:sp>
        <p:nvSpPr>
          <p:cNvPr id="8" name="Footer Placeholder 21"/>
          <p:cNvSpPr>
            <a:spLocks noGrp="1"/>
          </p:cNvSpPr>
          <p:nvPr>
            <p:ph type="ftr" sz="quarter" idx="11"/>
          </p:nvPr>
        </p:nvSpPr>
        <p:spPr/>
        <p:txBody>
          <a:bodyPr/>
          <a:lstStyle>
            <a:lvl1pPr>
              <a:defRPr/>
            </a:lvl1pPr>
          </a:lstStyle>
          <a:p>
            <a:endParaRPr lang="x-none" altLang="x-none"/>
          </a:p>
        </p:txBody>
      </p:sp>
      <p:sp>
        <p:nvSpPr>
          <p:cNvPr id="9" name="Slide Number Placeholder 17"/>
          <p:cNvSpPr>
            <a:spLocks noGrp="1"/>
          </p:cNvSpPr>
          <p:nvPr>
            <p:ph type="sldNum" sz="quarter" idx="12"/>
          </p:nvPr>
        </p:nvSpPr>
        <p:spPr/>
        <p:txBody>
          <a:bodyPr/>
          <a:lstStyle>
            <a:lvl1pPr>
              <a:defRPr/>
            </a:lvl1pPr>
          </a:lstStyle>
          <a:p>
            <a:fld id="{E7162893-61C2-3D4D-8329-2A9CA5028744}" type="slidenum">
              <a:rPr lang="ru-RU" altLang="x-none"/>
              <a:pPr/>
              <a:t>‹#›</a:t>
            </a:fld>
            <a:endParaRPr lang="ru-RU" altLang="x-none"/>
          </a:p>
        </p:txBody>
      </p:sp>
    </p:spTree>
    <p:extLst>
      <p:ext uri="{BB962C8B-B14F-4D97-AF65-F5344CB8AC3E}">
        <p14:creationId xmlns:p14="http://schemas.microsoft.com/office/powerpoint/2010/main" val="252842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fld id="{50EAB1DE-CC7F-E04C-AAD3-4CE011313AA5}" type="datetimeFigureOut">
              <a:rPr lang="ru-RU" altLang="x-none"/>
              <a:pPr/>
              <a:t>08.09.2025</a:t>
            </a:fld>
            <a:endParaRPr lang="ru-RU" altLang="x-none"/>
          </a:p>
        </p:txBody>
      </p:sp>
      <p:sp>
        <p:nvSpPr>
          <p:cNvPr id="4" name="Footer Placeholder 21"/>
          <p:cNvSpPr>
            <a:spLocks noGrp="1"/>
          </p:cNvSpPr>
          <p:nvPr>
            <p:ph type="ftr" sz="quarter" idx="11"/>
          </p:nvPr>
        </p:nvSpPr>
        <p:spPr/>
        <p:txBody>
          <a:bodyPr/>
          <a:lstStyle>
            <a:lvl1pPr>
              <a:defRPr/>
            </a:lvl1pPr>
          </a:lstStyle>
          <a:p>
            <a:endParaRPr lang="x-none" altLang="x-none"/>
          </a:p>
        </p:txBody>
      </p:sp>
      <p:sp>
        <p:nvSpPr>
          <p:cNvPr id="5" name="Slide Number Placeholder 17"/>
          <p:cNvSpPr>
            <a:spLocks noGrp="1"/>
          </p:cNvSpPr>
          <p:nvPr>
            <p:ph type="sldNum" sz="quarter" idx="12"/>
          </p:nvPr>
        </p:nvSpPr>
        <p:spPr/>
        <p:txBody>
          <a:bodyPr/>
          <a:lstStyle>
            <a:lvl1pPr>
              <a:defRPr/>
            </a:lvl1pPr>
          </a:lstStyle>
          <a:p>
            <a:fld id="{DE1B1D1C-47C0-414F-BA40-29396AD0B624}" type="slidenum">
              <a:rPr lang="ru-RU" altLang="x-none"/>
              <a:pPr/>
              <a:t>‹#›</a:t>
            </a:fld>
            <a:endParaRPr lang="ru-RU" altLang="x-none"/>
          </a:p>
        </p:txBody>
      </p:sp>
    </p:spTree>
    <p:extLst>
      <p:ext uri="{BB962C8B-B14F-4D97-AF65-F5344CB8AC3E}">
        <p14:creationId xmlns:p14="http://schemas.microsoft.com/office/powerpoint/2010/main" val="1808605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296DEDA0-7188-1D47-8787-6C29E69CA467}" type="datetimeFigureOut">
              <a:rPr lang="ru-RU" altLang="x-none"/>
              <a:pPr/>
              <a:t>08.09.2025</a:t>
            </a:fld>
            <a:endParaRPr lang="ru-RU" altLang="x-none"/>
          </a:p>
        </p:txBody>
      </p:sp>
      <p:sp>
        <p:nvSpPr>
          <p:cNvPr id="3" name="Footer Placeholder 21"/>
          <p:cNvSpPr>
            <a:spLocks noGrp="1"/>
          </p:cNvSpPr>
          <p:nvPr>
            <p:ph type="ftr" sz="quarter" idx="11"/>
          </p:nvPr>
        </p:nvSpPr>
        <p:spPr/>
        <p:txBody>
          <a:bodyPr/>
          <a:lstStyle>
            <a:lvl1pPr>
              <a:defRPr/>
            </a:lvl1pPr>
          </a:lstStyle>
          <a:p>
            <a:endParaRPr lang="x-none" altLang="x-none"/>
          </a:p>
        </p:txBody>
      </p:sp>
      <p:sp>
        <p:nvSpPr>
          <p:cNvPr id="4" name="Slide Number Placeholder 17"/>
          <p:cNvSpPr>
            <a:spLocks noGrp="1"/>
          </p:cNvSpPr>
          <p:nvPr>
            <p:ph type="sldNum" sz="quarter" idx="12"/>
          </p:nvPr>
        </p:nvSpPr>
        <p:spPr/>
        <p:txBody>
          <a:bodyPr/>
          <a:lstStyle>
            <a:lvl1pPr>
              <a:defRPr/>
            </a:lvl1pPr>
          </a:lstStyle>
          <a:p>
            <a:fld id="{725D10EA-3DE8-8140-A21B-954245FDB2F6}" type="slidenum">
              <a:rPr lang="ru-RU" altLang="x-none"/>
              <a:pPr/>
              <a:t>‹#›</a:t>
            </a:fld>
            <a:endParaRPr lang="ru-RU" altLang="x-none"/>
          </a:p>
        </p:txBody>
      </p:sp>
    </p:spTree>
    <p:extLst>
      <p:ext uri="{BB962C8B-B14F-4D97-AF65-F5344CB8AC3E}">
        <p14:creationId xmlns:p14="http://schemas.microsoft.com/office/powerpoint/2010/main" val="1744056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fld id="{4773047C-64E4-1949-AEB1-771E6B96845A}" type="datetimeFigureOut">
              <a:rPr lang="ru-RU" altLang="x-none"/>
              <a:pPr/>
              <a:t>08.09.2025</a:t>
            </a:fld>
            <a:endParaRPr lang="ru-RU" altLang="x-none"/>
          </a:p>
        </p:txBody>
      </p:sp>
      <p:sp>
        <p:nvSpPr>
          <p:cNvPr id="6" name="Footer Placeholder 21"/>
          <p:cNvSpPr>
            <a:spLocks noGrp="1"/>
          </p:cNvSpPr>
          <p:nvPr>
            <p:ph type="ftr" sz="quarter" idx="11"/>
          </p:nvPr>
        </p:nvSpPr>
        <p:spPr/>
        <p:txBody>
          <a:bodyPr/>
          <a:lstStyle>
            <a:lvl1pPr>
              <a:defRPr/>
            </a:lvl1pPr>
          </a:lstStyle>
          <a:p>
            <a:endParaRPr lang="x-none" altLang="x-none"/>
          </a:p>
        </p:txBody>
      </p:sp>
      <p:sp>
        <p:nvSpPr>
          <p:cNvPr id="7" name="Slide Number Placeholder 17"/>
          <p:cNvSpPr>
            <a:spLocks noGrp="1"/>
          </p:cNvSpPr>
          <p:nvPr>
            <p:ph type="sldNum" sz="quarter" idx="12"/>
          </p:nvPr>
        </p:nvSpPr>
        <p:spPr/>
        <p:txBody>
          <a:bodyPr/>
          <a:lstStyle>
            <a:lvl1pPr>
              <a:defRPr/>
            </a:lvl1pPr>
          </a:lstStyle>
          <a:p>
            <a:fld id="{F33A4652-03C3-7740-9F99-9FC556206A73}" type="slidenum">
              <a:rPr lang="ru-RU" altLang="x-none"/>
              <a:pPr/>
              <a:t>‹#›</a:t>
            </a:fld>
            <a:endParaRPr lang="ru-RU" altLang="x-none"/>
          </a:p>
        </p:txBody>
      </p:sp>
    </p:spTree>
    <p:extLst>
      <p:ext uri="{BB962C8B-B14F-4D97-AF65-F5344CB8AC3E}">
        <p14:creationId xmlns:p14="http://schemas.microsoft.com/office/powerpoint/2010/main" val="1357701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p:cNvSpPr>
            <a:spLocks/>
          </p:cNvSpPr>
          <p:nvPr/>
        </p:nvSpPr>
        <p:spPr bwMode="auto">
          <a:xfrm rot="420000" flipV="1">
            <a:off x="3165475" y="1108075"/>
            <a:ext cx="5257800" cy="4114800"/>
          </a:xfrm>
          <a:custGeom>
            <a:avLst/>
            <a:gdLst>
              <a:gd name="T0" fmla="*/ 0 w 5257800"/>
              <a:gd name="T1" fmla="*/ 0 h 4114800"/>
              <a:gd name="T2" fmla="*/ 5107774 w 5257800"/>
              <a:gd name="T3" fmla="*/ 0 h 4114800"/>
              <a:gd name="T4" fmla="*/ 5257800 w 5257800"/>
              <a:gd name="T5" fmla="*/ 150026 h 4114800"/>
              <a:gd name="T6" fmla="*/ 5257800 w 5257800"/>
              <a:gd name="T7" fmla="*/ 4114800 h 4114800"/>
              <a:gd name="T8" fmla="*/ 0 w 5257800"/>
              <a:gd name="T9" fmla="*/ 4114800 h 4114800"/>
              <a:gd name="T10" fmla="*/ 0 w 5257800"/>
              <a:gd name="T11" fmla="*/ 0 h 4114800"/>
              <a:gd name="T12" fmla="*/ 0 w 5257800"/>
              <a:gd name="T13" fmla="*/ 0 h 41148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57800" h="4114800">
                <a:moveTo>
                  <a:pt x="0" y="0"/>
                </a:moveTo>
                <a:lnTo>
                  <a:pt x="5107774" y="0"/>
                </a:lnTo>
                <a:lnTo>
                  <a:pt x="5257800" y="150026"/>
                </a:lnTo>
                <a:lnTo>
                  <a:pt x="5257800" y="4114800"/>
                </a:lnTo>
                <a:lnTo>
                  <a:pt x="0" y="4114800"/>
                </a:lnTo>
                <a:lnTo>
                  <a:pt x="0" y="0"/>
                </a:lnTo>
                <a:close/>
              </a:path>
            </a:pathLst>
          </a:custGeom>
          <a:solidFill>
            <a:srgbClr val="FFFFFF"/>
          </a:solidFill>
          <a:ln w="3175" cap="rnd" cmpd="sng">
            <a:solidFill>
              <a:srgbClr val="C0C0C0"/>
            </a:solidFill>
            <a:prstDash val="solid"/>
            <a:round/>
            <a:headEnd/>
            <a:tailEnd/>
          </a:ln>
          <a:effectLst>
            <a:outerShdw blurRad="63500" dist="38500" dir="7500041" sx="98500" sy="100079" kx="99984" algn="tl" rotWithShape="0">
              <a:srgbClr val="000000">
                <a:alpha val="25000"/>
              </a:srgbClr>
            </a:outerShdw>
          </a:effectLst>
        </p:spPr>
        <p:txBody>
          <a:bodyPr anchor="ctr"/>
          <a:lstStyle/>
          <a:p>
            <a:endParaRPr lang="en-US"/>
          </a:p>
        </p:txBody>
      </p:sp>
      <p:sp>
        <p:nvSpPr>
          <p:cNvPr id="6" name="Right Triangle 5"/>
          <p:cNvSpPr>
            <a:spLocks noChangeArrowheads="1"/>
          </p:cNvSpPr>
          <p:nvPr/>
        </p:nvSpPr>
        <p:spPr bwMode="auto">
          <a:xfrm rot="420000" flipV="1">
            <a:off x="8004175" y="5359400"/>
            <a:ext cx="155575" cy="155575"/>
          </a:xfrm>
          <a:prstGeom prst="rtTriangle">
            <a:avLst/>
          </a:prstGeom>
          <a:solidFill>
            <a:srgbClr val="FFFFFF"/>
          </a:solidFill>
          <a:ln w="12700">
            <a:solidFill>
              <a:srgbClr val="FFFFFF"/>
            </a:solidFill>
            <a:bevel/>
            <a:headEnd/>
            <a:tailEnd/>
          </a:ln>
          <a:effectLst>
            <a:outerShdw blurRad="19685" dist="6350" dir="12899787" algn="tl" rotWithShape="0">
              <a:srgbClr val="000000">
                <a:alpha val="46999"/>
              </a:srgbClr>
            </a:outerShdw>
          </a:effectLst>
        </p:spPr>
        <p:txBody>
          <a:bodyPr anchor="ct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endParaRPr lang="en-US" altLang="x-none">
              <a:solidFill>
                <a:srgbClr val="FFFFFF"/>
              </a:solidFill>
            </a:endParaRPr>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ea typeface="+mn-ea"/>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ea typeface="+mn-ea"/>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fld id="{B25ABD9B-FD40-A14F-A82D-76572667207B}" type="datetimeFigureOut">
              <a:rPr lang="ru-RU" altLang="x-none"/>
              <a:pPr/>
              <a:t>08.09.2025</a:t>
            </a:fld>
            <a:endParaRPr lang="ru-RU" altLang="x-none"/>
          </a:p>
        </p:txBody>
      </p:sp>
      <p:sp>
        <p:nvSpPr>
          <p:cNvPr id="10" name="Footer Placeholder 5"/>
          <p:cNvSpPr>
            <a:spLocks noGrp="1"/>
          </p:cNvSpPr>
          <p:nvPr>
            <p:ph type="ftr" sz="quarter" idx="11"/>
          </p:nvPr>
        </p:nvSpPr>
        <p:spPr/>
        <p:txBody>
          <a:bodyPr/>
          <a:lstStyle>
            <a:lvl1pPr>
              <a:defRPr/>
            </a:lvl1pPr>
          </a:lstStyle>
          <a:p>
            <a:endParaRPr lang="x-none" altLang="x-none"/>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fld id="{CB6A5370-A70C-D741-9F17-331926F15B34}" type="slidenum">
              <a:rPr lang="ru-RU" altLang="x-none"/>
              <a:pPr/>
              <a:t>‹#›</a:t>
            </a:fld>
            <a:endParaRPr lang="ru-RU" altLang="x-none"/>
          </a:p>
        </p:txBody>
      </p:sp>
    </p:spTree>
    <p:extLst>
      <p:ext uri="{BB962C8B-B14F-4D97-AF65-F5344CB8AC3E}">
        <p14:creationId xmlns:p14="http://schemas.microsoft.com/office/powerpoint/2010/main" val="1111374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585D6BEB-EE68-9943-81AC-9B53A21A86E0}" type="datetimeFigureOut">
              <a:rPr lang="ru-RU" altLang="x-none"/>
              <a:pPr/>
              <a:t>08.09.2025</a:t>
            </a:fld>
            <a:endParaRPr lang="ru-RU" altLang="x-none"/>
          </a:p>
        </p:txBody>
      </p:sp>
      <p:sp>
        <p:nvSpPr>
          <p:cNvPr id="5" name="Footer Placeholder 21"/>
          <p:cNvSpPr>
            <a:spLocks noGrp="1"/>
          </p:cNvSpPr>
          <p:nvPr>
            <p:ph type="ftr" sz="quarter" idx="11"/>
          </p:nvPr>
        </p:nvSpPr>
        <p:spPr/>
        <p:txBody>
          <a:bodyPr/>
          <a:lstStyle>
            <a:lvl1pPr>
              <a:defRPr/>
            </a:lvl1pPr>
          </a:lstStyle>
          <a:p>
            <a:endParaRPr lang="x-none" altLang="x-none"/>
          </a:p>
        </p:txBody>
      </p:sp>
      <p:sp>
        <p:nvSpPr>
          <p:cNvPr id="6" name="Slide Number Placeholder 17"/>
          <p:cNvSpPr>
            <a:spLocks noGrp="1"/>
          </p:cNvSpPr>
          <p:nvPr>
            <p:ph type="sldNum" sz="quarter" idx="12"/>
          </p:nvPr>
        </p:nvSpPr>
        <p:spPr/>
        <p:txBody>
          <a:bodyPr/>
          <a:lstStyle>
            <a:lvl1pPr>
              <a:defRPr/>
            </a:lvl1pPr>
          </a:lstStyle>
          <a:p>
            <a:fld id="{7BB7387B-FD08-B042-95C1-EF23AE91C9E1}" type="slidenum">
              <a:rPr lang="ru-RU" altLang="x-none"/>
              <a:pPr/>
              <a:t>‹#›</a:t>
            </a:fld>
            <a:endParaRPr lang="ru-RU" altLang="x-none"/>
          </a:p>
        </p:txBody>
      </p:sp>
    </p:spTree>
    <p:extLst>
      <p:ext uri="{BB962C8B-B14F-4D97-AF65-F5344CB8AC3E}">
        <p14:creationId xmlns:p14="http://schemas.microsoft.com/office/powerpoint/2010/main" val="1867478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D5284DF6-D7E0-D74F-8D94-776E0FC18B2F}" type="datetimeFigureOut">
              <a:rPr lang="ru-RU" altLang="x-none"/>
              <a:pPr/>
              <a:t>08.09.2025</a:t>
            </a:fld>
            <a:endParaRPr lang="ru-RU" altLang="x-none"/>
          </a:p>
        </p:txBody>
      </p:sp>
      <p:sp>
        <p:nvSpPr>
          <p:cNvPr id="5" name="Footer Placeholder 21"/>
          <p:cNvSpPr>
            <a:spLocks noGrp="1"/>
          </p:cNvSpPr>
          <p:nvPr>
            <p:ph type="ftr" sz="quarter" idx="11"/>
          </p:nvPr>
        </p:nvSpPr>
        <p:spPr/>
        <p:txBody>
          <a:bodyPr/>
          <a:lstStyle>
            <a:lvl1pPr>
              <a:defRPr/>
            </a:lvl1pPr>
          </a:lstStyle>
          <a:p>
            <a:endParaRPr lang="x-none" altLang="x-none"/>
          </a:p>
        </p:txBody>
      </p:sp>
      <p:sp>
        <p:nvSpPr>
          <p:cNvPr id="6" name="Slide Number Placeholder 17"/>
          <p:cNvSpPr>
            <a:spLocks noGrp="1"/>
          </p:cNvSpPr>
          <p:nvPr>
            <p:ph type="sldNum" sz="quarter" idx="12"/>
          </p:nvPr>
        </p:nvSpPr>
        <p:spPr/>
        <p:txBody>
          <a:bodyPr/>
          <a:lstStyle>
            <a:lvl1pPr>
              <a:defRPr/>
            </a:lvl1pPr>
          </a:lstStyle>
          <a:p>
            <a:fld id="{9FD14EAE-B481-044A-B036-B423916496ED}" type="slidenum">
              <a:rPr lang="ru-RU" altLang="x-none"/>
              <a:pPr/>
              <a:t>‹#›</a:t>
            </a:fld>
            <a:endParaRPr lang="ru-RU" altLang="x-none"/>
          </a:p>
        </p:txBody>
      </p:sp>
    </p:spTree>
    <p:extLst>
      <p:ext uri="{BB962C8B-B14F-4D97-AF65-F5344CB8AC3E}">
        <p14:creationId xmlns:p14="http://schemas.microsoft.com/office/powerpoint/2010/main" val="1240035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ea typeface="+mn-ea"/>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ea typeface="+mn-ea"/>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0" bIns="0" numCol="1" anchor="b" anchorCtr="0" compatLnSpc="1">
            <a:prstTxWarp prst="textNoShape">
              <a:avLst/>
            </a:prstTxWarp>
          </a:bodyPr>
          <a:lstStyle/>
          <a:p>
            <a:pPr lvl="0"/>
            <a:r>
              <a:rPr lang="en-US" altLang="x-none"/>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x-none"/>
              <a:t>Click to edit Master text styles</a:t>
            </a:r>
          </a:p>
          <a:p>
            <a:pPr lvl="1"/>
            <a:r>
              <a:rPr lang="en-US" altLang="x-none"/>
              <a:t>Second level</a:t>
            </a:r>
          </a:p>
          <a:p>
            <a:pPr lvl="2"/>
            <a:r>
              <a:rPr lang="en-US" altLang="x-none"/>
              <a:t>Third level</a:t>
            </a:r>
          </a:p>
          <a:p>
            <a:pPr lvl="3"/>
            <a:r>
              <a:rPr lang="en-US" altLang="x-none"/>
              <a:t>Fourth level</a:t>
            </a:r>
          </a:p>
          <a:p>
            <a:pPr lvl="4"/>
            <a:r>
              <a:rPr lang="en-US" altLang="x-none"/>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wrap="square" lIns="0" tIns="0" rIns="0" bIns="0" numCol="1" anchor="b" anchorCtr="0" compatLnSpc="1">
            <a:prstTxWarp prst="textNoShape">
              <a:avLst/>
            </a:prstTxWarp>
          </a:bodyPr>
          <a:lstStyle>
            <a:lvl1pPr eaLnBrk="1" hangingPunct="1">
              <a:defRPr sz="1200">
                <a:solidFill>
                  <a:srgbClr val="045C75"/>
                </a:solidFill>
              </a:defRPr>
            </a:lvl1pPr>
          </a:lstStyle>
          <a:p>
            <a:fld id="{D664D3C1-AE67-5144-9AE1-8AE5284D472B}" type="datetimeFigureOut">
              <a:rPr lang="ru-RU" altLang="x-none"/>
              <a:pPr/>
              <a:t>08.09.2025</a:t>
            </a:fld>
            <a:endParaRPr lang="ru-RU" altLang="x-none"/>
          </a:p>
        </p:txBody>
      </p:sp>
      <p:sp>
        <p:nvSpPr>
          <p:cNvPr id="22" name="Footer Placeholder 21"/>
          <p:cNvSpPr>
            <a:spLocks noGrp="1"/>
          </p:cNvSpPr>
          <p:nvPr>
            <p:ph type="ftr" sz="quarter" idx="3"/>
          </p:nvPr>
        </p:nvSpPr>
        <p:spPr>
          <a:xfrm>
            <a:off x="2667000" y="6356350"/>
            <a:ext cx="3352800" cy="365125"/>
          </a:xfrm>
          <a:prstGeom prst="rect">
            <a:avLst/>
          </a:prstGeom>
        </p:spPr>
        <p:txBody>
          <a:bodyPr vert="horz" wrap="square" lIns="0" tIns="0" rIns="0" bIns="0" numCol="1" anchor="b" anchorCtr="0" compatLnSpc="1">
            <a:prstTxWarp prst="textNoShape">
              <a:avLst/>
            </a:prstTxWarp>
          </a:bodyPr>
          <a:lstStyle>
            <a:lvl1pPr eaLnBrk="1" hangingPunct="1">
              <a:defRPr sz="1200">
                <a:solidFill>
                  <a:srgbClr val="045C75"/>
                </a:solidFill>
              </a:defRPr>
            </a:lvl1pPr>
          </a:lstStyle>
          <a:p>
            <a:endParaRPr lang="x-none" altLang="x-none"/>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7A2858EB-8B11-9546-BF1F-607287F8FF8B}" type="slidenum">
              <a:rPr lang="ru-RU" altLang="x-none"/>
              <a:pPr/>
              <a:t>‹#›</a:t>
            </a:fld>
            <a:endParaRPr lang="ru-RU" altLang="x-none"/>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endParaRPr lang="en-US" altLang="x-none"/>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endParaRPr lang="en-US" altLang="x-none"/>
            </a:p>
          </p:txBody>
        </p:sp>
      </p:grpSp>
    </p:spTree>
  </p:cSld>
  <p:clrMap bg1="lt1" tx1="dk1" bg2="lt2" tx2="dk2" accent1="accent1" accent2="accent2" accent3="accent3" accent4="accent4" accent5="accent5" accent6="accent6" hlink="hlink" folHlink="folHlink"/>
  <p:sldLayoutIdLst>
    <p:sldLayoutId id="2147483903" r:id="rId1"/>
    <p:sldLayoutId id="2147483895" r:id="rId2"/>
    <p:sldLayoutId id="2147483904" r:id="rId3"/>
    <p:sldLayoutId id="2147483896" r:id="rId4"/>
    <p:sldLayoutId id="2147483897" r:id="rId5"/>
    <p:sldLayoutId id="2147483898" r:id="rId6"/>
    <p:sldLayoutId id="2147483899" r:id="rId7"/>
    <p:sldLayoutId id="2147483900" r:id="rId8"/>
    <p:sldLayoutId id="2147483905" r:id="rId9"/>
    <p:sldLayoutId id="2147483901" r:id="rId10"/>
    <p:sldLayoutId id="2147483902" r:id="rId11"/>
  </p:sldLayoutIdLs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Arial" charset="0"/>
        </a:defRPr>
      </a:lvl2pPr>
      <a:lvl3pPr algn="l" rtl="0" eaLnBrk="0" fontAlgn="base" hangingPunct="0">
        <a:spcBef>
          <a:spcPct val="0"/>
        </a:spcBef>
        <a:spcAft>
          <a:spcPct val="0"/>
        </a:spcAft>
        <a:defRPr sz="5000">
          <a:solidFill>
            <a:schemeClr val="tx2"/>
          </a:solidFill>
          <a:latin typeface="Arial" charset="0"/>
        </a:defRPr>
      </a:lvl3pPr>
      <a:lvl4pPr algn="l" rtl="0" eaLnBrk="0" fontAlgn="base" hangingPunct="0">
        <a:spcBef>
          <a:spcPct val="0"/>
        </a:spcBef>
        <a:spcAft>
          <a:spcPct val="0"/>
        </a:spcAft>
        <a:defRPr sz="5000">
          <a:solidFill>
            <a:schemeClr val="tx2"/>
          </a:solidFill>
          <a:latin typeface="Arial" charset="0"/>
        </a:defRPr>
      </a:lvl4pPr>
      <a:lvl5pPr algn="l" rtl="0" eaLnBrk="0" fontAlgn="base" hangingPunct="0">
        <a:spcBef>
          <a:spcPct val="0"/>
        </a:spcBef>
        <a:spcAft>
          <a:spcPct val="0"/>
        </a:spcAft>
        <a:defRPr sz="5000">
          <a:solidFill>
            <a:schemeClr val="tx2"/>
          </a:solidFill>
          <a:latin typeface="Arial" charset="0"/>
        </a:defRPr>
      </a:lvl5pPr>
      <a:lvl6pPr marL="457200" algn="l" rtl="0" fontAlgn="base">
        <a:spcBef>
          <a:spcPct val="0"/>
        </a:spcBef>
        <a:spcAft>
          <a:spcPct val="0"/>
        </a:spcAft>
        <a:defRPr sz="5000">
          <a:solidFill>
            <a:schemeClr val="tx2"/>
          </a:solidFill>
          <a:latin typeface="Arial" charset="0"/>
        </a:defRPr>
      </a:lvl6pPr>
      <a:lvl7pPr marL="914400" algn="l" rtl="0" fontAlgn="base">
        <a:spcBef>
          <a:spcPct val="0"/>
        </a:spcBef>
        <a:spcAft>
          <a:spcPct val="0"/>
        </a:spcAft>
        <a:defRPr sz="5000">
          <a:solidFill>
            <a:schemeClr val="tx2"/>
          </a:solidFill>
          <a:latin typeface="Arial" charset="0"/>
        </a:defRPr>
      </a:lvl7pPr>
      <a:lvl8pPr marL="1371600" algn="l" rtl="0" fontAlgn="base">
        <a:spcBef>
          <a:spcPct val="0"/>
        </a:spcBef>
        <a:spcAft>
          <a:spcPct val="0"/>
        </a:spcAft>
        <a:defRPr sz="5000">
          <a:solidFill>
            <a:schemeClr val="tx2"/>
          </a:solidFill>
          <a:latin typeface="Arial" charset="0"/>
        </a:defRPr>
      </a:lvl8pPr>
      <a:lvl9pPr marL="1828800" algn="l" rtl="0" fontAlgn="base">
        <a:spcBef>
          <a:spcPct val="0"/>
        </a:spcBef>
        <a:spcAft>
          <a:spcPct val="0"/>
        </a:spcAft>
        <a:defRPr sz="5000">
          <a:solidFill>
            <a:schemeClr val="tx2"/>
          </a:solidFill>
          <a:latin typeface="Arial" charset="0"/>
        </a:defRPr>
      </a:lvl9pPr>
    </p:titleStyle>
    <p:bodyStyle>
      <a:lvl1pPr marL="273050" indent="-273050" algn="l" rtl="0" eaLnBrk="0" fontAlgn="base" hangingPunct="0">
        <a:spcBef>
          <a:spcPct val="20000"/>
        </a:spcBef>
        <a:spcAft>
          <a:spcPct val="0"/>
        </a:spcAft>
        <a:buClr>
          <a:srgbClr val="0BD0D9"/>
        </a:buClr>
        <a:buSzPct val="95000"/>
        <a:buFont typeface="Wingdings 2"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XRd-2Fu8Fu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youtube.com/watch?v=H9Xi1QekUyU"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https://az.wikipedia.org/wiki/Az%C9%99rbaycan_Xalq_C%C3%BCmhuriyy%C9%99ti_Parlamenti#sitat_qeyd-1"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https://az.wikipedia.org/wiki/Az%C9%99rbaycan_Xalq_C%C3%BCmhuriyy%C9%99ti_Parlamenti"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https://az.wikipedia.org/wiki/%C4%B0ld%C4%B1r%C4%B1m_t%C9%99%C5%9Fkilat%C4%B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ubtitle 2"/>
          <p:cNvSpPr>
            <a:spLocks noGrp="1"/>
          </p:cNvSpPr>
          <p:nvPr>
            <p:ph type="subTitle" idx="1"/>
          </p:nvPr>
        </p:nvSpPr>
        <p:spPr>
          <a:xfrm>
            <a:off x="571500" y="4572000"/>
            <a:ext cx="7854950" cy="623888"/>
          </a:xfrm>
        </p:spPr>
        <p:txBody>
          <a:bodyPr/>
          <a:lstStyle/>
          <a:p>
            <a:pPr marR="0" eaLnBrk="1" hangingPunct="1"/>
            <a:r>
              <a:rPr lang="en-US" altLang="x-none" sz="1400" i="1">
                <a:solidFill>
                  <a:schemeClr val="bg1"/>
                </a:solidFill>
              </a:rPr>
              <a:t>. </a:t>
            </a:r>
          </a:p>
          <a:p>
            <a:pPr marR="0" eaLnBrk="1" hangingPunct="1"/>
            <a:endParaRPr lang="en-US" altLang="x-none"/>
          </a:p>
        </p:txBody>
      </p:sp>
      <p:sp>
        <p:nvSpPr>
          <p:cNvPr id="5123" name="Rectangle 6"/>
          <p:cNvSpPr>
            <a:spLocks noChangeArrowheads="1"/>
          </p:cNvSpPr>
          <p:nvPr/>
        </p:nvSpPr>
        <p:spPr bwMode="auto">
          <a:xfrm>
            <a:off x="1835150" y="3716338"/>
            <a:ext cx="55435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algn="ctr" eaLnBrk="1" hangingPunct="1">
              <a:spcBef>
                <a:spcPct val="0"/>
              </a:spcBef>
              <a:buClrTx/>
              <a:buSzTx/>
              <a:buFontTx/>
              <a:buNone/>
            </a:pPr>
            <a:r>
              <a:rPr lang="az-Latn-AZ" altLang="x-none" sz="3200" b="1"/>
              <a:t>A</a:t>
            </a:r>
            <a:r>
              <a:rPr lang="en-US" altLang="x-none" sz="3200" b="1"/>
              <a:t>ZERBAIJANI NATIONAL IDENTITY</a:t>
            </a:r>
            <a:endParaRPr lang="ru-RU" altLang="x-none" sz="3200" b="1">
              <a:solidFill>
                <a:schemeClr val="tx2"/>
              </a:solidFill>
            </a:endParaRPr>
          </a:p>
        </p:txBody>
      </p:sp>
      <p:pic>
        <p:nvPicPr>
          <p:cNvPr id="15363" name="Picture 6" descr="255px-Flag_of_Azerbaij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908050"/>
            <a:ext cx="3527425" cy="157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7" descr="275px-Emblem_of_Azerbaij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1300" y="836613"/>
            <a:ext cx="2112963"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ChangeArrowheads="1"/>
          </p:cNvSpPr>
          <p:nvPr/>
        </p:nvSpPr>
        <p:spPr bwMode="auto">
          <a:xfrm>
            <a:off x="677863" y="981075"/>
            <a:ext cx="75723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algn="just">
              <a:spcBef>
                <a:spcPct val="0"/>
              </a:spcBef>
              <a:buClrTx/>
              <a:buSzTx/>
              <a:buFont typeface="Wingdings" charset="2"/>
              <a:buNone/>
            </a:pPr>
            <a:r>
              <a:rPr lang="az-Latn-AZ" altLang="x-none" sz="1800" b="1"/>
              <a:t> </a:t>
            </a:r>
          </a:p>
        </p:txBody>
      </p:sp>
      <p:sp>
        <p:nvSpPr>
          <p:cNvPr id="16386" name="Прямоугольник 1"/>
          <p:cNvSpPr>
            <a:spLocks noChangeArrowheads="1"/>
          </p:cNvSpPr>
          <p:nvPr/>
        </p:nvSpPr>
        <p:spPr bwMode="auto">
          <a:xfrm>
            <a:off x="468313" y="404813"/>
            <a:ext cx="8496300"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algn="ctr" eaLnBrk="1" hangingPunct="1">
              <a:spcBef>
                <a:spcPct val="0"/>
              </a:spcBef>
              <a:buClrTx/>
              <a:buSzTx/>
              <a:buFontTx/>
              <a:buNone/>
            </a:pPr>
            <a:r>
              <a:rPr lang="en-US" altLang="x-none" sz="2800" b="1" dirty="0"/>
              <a:t>What is identity?</a:t>
            </a:r>
          </a:p>
          <a:p>
            <a:pPr algn="just" eaLnBrk="1" hangingPunct="1">
              <a:spcBef>
                <a:spcPct val="0"/>
              </a:spcBef>
              <a:buClrTx/>
              <a:buSzTx/>
              <a:buFontTx/>
              <a:buNone/>
            </a:pPr>
            <a:endParaRPr lang="en-US" altLang="x-none" sz="2800" b="1" dirty="0"/>
          </a:p>
          <a:p>
            <a:pPr algn="just" eaLnBrk="1" hangingPunct="1">
              <a:spcBef>
                <a:spcPct val="0"/>
              </a:spcBef>
              <a:buClrTx/>
              <a:buSzTx/>
              <a:buFontTx/>
              <a:buNone/>
            </a:pPr>
            <a:endParaRPr lang="en-US" altLang="x-none" sz="2400" b="1" dirty="0"/>
          </a:p>
          <a:p>
            <a:pPr algn="just" eaLnBrk="1" hangingPunct="1">
              <a:spcBef>
                <a:spcPct val="0"/>
              </a:spcBef>
              <a:buClrTx/>
              <a:buSzTx/>
              <a:buFontTx/>
              <a:buNone/>
            </a:pPr>
            <a:r>
              <a:rPr lang="en-US" altLang="x-none" sz="2400" b="1" dirty="0"/>
              <a:t>The philosophical concept – a </a:t>
            </a:r>
            <a:r>
              <a:rPr lang="en-US" altLang="x-none" sz="2400" b="1" i="1" dirty="0"/>
              <a:t>relation</a:t>
            </a:r>
            <a:r>
              <a:rPr lang="en-US" altLang="x-none" sz="2400" b="1" dirty="0"/>
              <a:t> that </a:t>
            </a:r>
            <a:r>
              <a:rPr lang="en-US" altLang="x-none" sz="2400" b="1" i="1" dirty="0"/>
              <a:t>x</a:t>
            </a:r>
            <a:r>
              <a:rPr lang="en-US" altLang="x-none" sz="2400" b="1" dirty="0"/>
              <a:t> and </a:t>
            </a:r>
            <a:r>
              <a:rPr lang="en-US" altLang="x-none" sz="2400" b="1" i="1" dirty="0"/>
              <a:t>y </a:t>
            </a:r>
            <a:r>
              <a:rPr lang="en-US" altLang="x-none" sz="2400" b="1" dirty="0"/>
              <a:t>stand in, if and only if they are one and the same thing, or </a:t>
            </a:r>
            <a:r>
              <a:rPr lang="en-US" altLang="x-none" sz="2400" b="1" i="1" dirty="0"/>
              <a:t>identical to</a:t>
            </a:r>
            <a:r>
              <a:rPr lang="en-US" altLang="x-none" sz="2400" b="1" dirty="0"/>
              <a:t> each other (i.e. if, and only if </a:t>
            </a:r>
            <a:r>
              <a:rPr lang="en-US" altLang="x-none" sz="2400" b="1" i="1" dirty="0"/>
              <a:t>x</a:t>
            </a:r>
            <a:r>
              <a:rPr lang="en-US" altLang="x-none" sz="2400" b="1" dirty="0"/>
              <a:t> = </a:t>
            </a:r>
            <a:r>
              <a:rPr lang="en-US" altLang="x-none" sz="2400" b="1" i="1" dirty="0"/>
              <a:t>y</a:t>
            </a:r>
            <a:r>
              <a:rPr lang="en-US" altLang="x-none" sz="2400" b="1" dirty="0"/>
              <a:t>). </a:t>
            </a:r>
          </a:p>
          <a:p>
            <a:pPr algn="just" eaLnBrk="1" hangingPunct="1">
              <a:spcBef>
                <a:spcPct val="0"/>
              </a:spcBef>
              <a:buClrTx/>
              <a:buSzTx/>
              <a:buFontTx/>
              <a:buNone/>
            </a:pPr>
            <a:endParaRPr lang="en-US" altLang="x-none" sz="2400" b="1" dirty="0"/>
          </a:p>
          <a:p>
            <a:pPr algn="just" eaLnBrk="1" hangingPunct="1">
              <a:spcBef>
                <a:spcPct val="0"/>
              </a:spcBef>
              <a:buClrTx/>
              <a:buSzTx/>
              <a:buFontTx/>
              <a:buNone/>
            </a:pPr>
            <a:endParaRPr lang="en-US" altLang="x-none" sz="2400" b="1" dirty="0"/>
          </a:p>
          <a:p>
            <a:pPr algn="just" eaLnBrk="1" hangingPunct="1">
              <a:spcBef>
                <a:spcPct val="0"/>
              </a:spcBef>
              <a:buClrTx/>
              <a:buSzTx/>
              <a:buFontTx/>
              <a:buNone/>
            </a:pPr>
            <a:r>
              <a:rPr lang="en-US" altLang="x-none" sz="2400" b="1" dirty="0"/>
              <a:t>The sociological notion of identity, by contrast, has to do with a person's self-conception, social presentation, and more generally, the aspects of a person that make them unique, or qualitatively different from others – cultural identity, gender identity, national identity, online identity and processes of identity formation. Examples</a:t>
            </a:r>
            <a:r>
              <a:rPr lang="is-IS" altLang="x-none" sz="2400" b="1" dirty="0"/>
              <a:t>…</a:t>
            </a:r>
            <a:endParaRPr lang="en-US" altLang="x-none" sz="2400" b="1" dirty="0"/>
          </a:p>
          <a:p>
            <a:pPr algn="just" eaLnBrk="1" hangingPunct="1">
              <a:spcBef>
                <a:spcPct val="0"/>
              </a:spcBef>
              <a:buClrTx/>
              <a:buSzTx/>
              <a:buFontTx/>
              <a:buNone/>
            </a:pPr>
            <a:endParaRPr lang="en-US" altLang="x-none" sz="2400" b="1" dirty="0"/>
          </a:p>
          <a:p>
            <a:pPr algn="just" eaLnBrk="1" hangingPunct="1">
              <a:spcBef>
                <a:spcPct val="0"/>
              </a:spcBef>
              <a:buClrTx/>
              <a:buSzTx/>
              <a:buFontTx/>
              <a:buNone/>
            </a:pPr>
            <a:endParaRPr lang="en-US" altLang="x-none" sz="2400" b="1" dirty="0"/>
          </a:p>
          <a:p>
            <a:pPr eaLnBrk="1" hangingPunct="1">
              <a:spcBef>
                <a:spcPct val="0"/>
              </a:spcBef>
              <a:buClrTx/>
              <a:buSzTx/>
              <a:buFontTx/>
              <a:buNone/>
            </a:pPr>
            <a:endParaRPr lang="en-US" altLang="x-none" sz="16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457200" y="571500"/>
            <a:ext cx="8229600" cy="1276350"/>
          </a:xfrm>
        </p:spPr>
        <p:txBody>
          <a:bodyPr/>
          <a:lstStyle/>
          <a:p>
            <a:pPr eaLnBrk="1" hangingPunct="1"/>
            <a:br>
              <a:rPr lang="ru-RU" altLang="x-none" sz="2400"/>
            </a:br>
            <a:endParaRPr lang="ru-RU" altLang="x-none" sz="2400"/>
          </a:p>
        </p:txBody>
      </p:sp>
      <p:sp>
        <p:nvSpPr>
          <p:cNvPr id="17410" name="Content Placeholder 2"/>
          <p:cNvSpPr>
            <a:spLocks noGrp="1"/>
          </p:cNvSpPr>
          <p:nvPr>
            <p:ph idx="1"/>
          </p:nvPr>
        </p:nvSpPr>
        <p:spPr>
          <a:xfrm>
            <a:off x="250825" y="333375"/>
            <a:ext cx="8640763" cy="6148388"/>
          </a:xfrm>
        </p:spPr>
        <p:txBody>
          <a:bodyPr/>
          <a:lstStyle/>
          <a:p>
            <a:pPr marL="0" indent="0" algn="ctr">
              <a:buFont typeface="Wingdings 2" charset="2"/>
              <a:buNone/>
              <a:tabLst>
                <a:tab pos="0" algn="l"/>
              </a:tabLst>
            </a:pPr>
            <a:r>
              <a:rPr lang="en-US" altLang="x-none" b="1" dirty="0"/>
              <a:t> What Azerbaijani identity is? </a:t>
            </a:r>
          </a:p>
          <a:p>
            <a:pPr marL="0" indent="0">
              <a:buNone/>
              <a:tabLst>
                <a:tab pos="0" algn="l"/>
              </a:tabLst>
            </a:pPr>
            <a:endParaRPr lang="en-US" altLang="x-none" sz="2200" dirty="0"/>
          </a:p>
          <a:p>
            <a:pPr marL="0" indent="0">
              <a:buNone/>
              <a:tabLst>
                <a:tab pos="0" algn="l"/>
              </a:tabLst>
            </a:pPr>
            <a:r>
              <a:rPr lang="en-US" altLang="x-none" dirty="0"/>
              <a:t>What does “Azerbaijan” mean for us Azerbaijanis? </a:t>
            </a:r>
          </a:p>
          <a:p>
            <a:pPr marL="0" indent="0">
              <a:buNone/>
              <a:tabLst>
                <a:tab pos="0" algn="l"/>
              </a:tabLst>
            </a:pPr>
            <a:endParaRPr lang="en-US" altLang="x-none" dirty="0"/>
          </a:p>
          <a:p>
            <a:pPr marL="0" indent="0">
              <a:buNone/>
              <a:tabLst>
                <a:tab pos="0" algn="l"/>
              </a:tabLst>
            </a:pPr>
            <a:r>
              <a:rPr lang="en-US" altLang="x-none" dirty="0"/>
              <a:t>A country? </a:t>
            </a:r>
          </a:p>
          <a:p>
            <a:pPr marL="0" indent="0">
              <a:buNone/>
              <a:tabLst>
                <a:tab pos="0" algn="l"/>
              </a:tabLst>
            </a:pPr>
            <a:endParaRPr lang="en-US" altLang="x-none" dirty="0"/>
          </a:p>
          <a:p>
            <a:pPr marL="0" indent="0">
              <a:buNone/>
              <a:tabLst>
                <a:tab pos="0" algn="l"/>
              </a:tabLst>
            </a:pPr>
            <a:r>
              <a:rPr lang="en-US" altLang="x-none" dirty="0"/>
              <a:t>A state? </a:t>
            </a:r>
          </a:p>
          <a:p>
            <a:pPr marL="0" indent="0">
              <a:buNone/>
              <a:tabLst>
                <a:tab pos="0" algn="l"/>
              </a:tabLst>
            </a:pPr>
            <a:endParaRPr lang="en-US" altLang="x-none" dirty="0"/>
          </a:p>
          <a:p>
            <a:pPr marL="0" indent="0">
              <a:buNone/>
              <a:tabLst>
                <a:tab pos="0" algn="l"/>
              </a:tabLst>
            </a:pPr>
            <a:r>
              <a:rPr lang="en-US" altLang="x-none" dirty="0"/>
              <a:t>A nation? </a:t>
            </a:r>
          </a:p>
          <a:p>
            <a:pPr marL="0" indent="0">
              <a:buNone/>
              <a:tabLst>
                <a:tab pos="0" algn="l"/>
              </a:tabLst>
            </a:pPr>
            <a:endParaRPr lang="en-US" altLang="x-none" dirty="0"/>
          </a:p>
          <a:p>
            <a:pPr marL="0" indent="0">
              <a:buNone/>
              <a:tabLst>
                <a:tab pos="0" algn="l"/>
              </a:tabLst>
            </a:pPr>
            <a:r>
              <a:rPr lang="en-US" altLang="x-none" dirty="0"/>
              <a:t>Is it a name of an ethnic group? </a:t>
            </a:r>
          </a:p>
          <a:p>
            <a:pPr marL="0" indent="0">
              <a:buNone/>
              <a:tabLst>
                <a:tab pos="0" algn="l"/>
              </a:tabLst>
            </a:pPr>
            <a:endParaRPr lang="en-US" altLang="x-none"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457200" y="571500"/>
            <a:ext cx="8229600" cy="1276350"/>
          </a:xfrm>
        </p:spPr>
        <p:txBody>
          <a:bodyPr/>
          <a:lstStyle/>
          <a:p>
            <a:pPr eaLnBrk="1" hangingPunct="1"/>
            <a:br>
              <a:rPr lang="ru-RU" altLang="x-none" sz="2400"/>
            </a:br>
            <a:endParaRPr lang="ru-RU" altLang="x-none" sz="2400"/>
          </a:p>
        </p:txBody>
      </p:sp>
      <p:sp>
        <p:nvSpPr>
          <p:cNvPr id="17410" name="Content Placeholder 2"/>
          <p:cNvSpPr>
            <a:spLocks noGrp="1"/>
          </p:cNvSpPr>
          <p:nvPr>
            <p:ph idx="1"/>
          </p:nvPr>
        </p:nvSpPr>
        <p:spPr>
          <a:xfrm>
            <a:off x="250825" y="333375"/>
            <a:ext cx="8640763" cy="6407994"/>
          </a:xfrm>
        </p:spPr>
        <p:txBody>
          <a:bodyPr/>
          <a:lstStyle/>
          <a:p>
            <a:pPr marL="0" indent="0" algn="ctr">
              <a:buFont typeface="Wingdings 2" charset="2"/>
              <a:buNone/>
              <a:tabLst>
                <a:tab pos="0" algn="l"/>
              </a:tabLst>
            </a:pPr>
            <a:r>
              <a:rPr lang="en-US" altLang="x-none" b="1" dirty="0"/>
              <a:t> What Azerbaijani identity is? </a:t>
            </a:r>
          </a:p>
          <a:p>
            <a:pPr marL="0" indent="0">
              <a:buNone/>
              <a:tabLst>
                <a:tab pos="0" algn="l"/>
              </a:tabLst>
            </a:pPr>
            <a:endParaRPr lang="en-US" altLang="x-none" sz="2300" dirty="0"/>
          </a:p>
          <a:p>
            <a:pPr marL="0" indent="0">
              <a:buNone/>
              <a:tabLst>
                <a:tab pos="0" algn="l"/>
              </a:tabLst>
            </a:pPr>
            <a:r>
              <a:rPr lang="en-US" altLang="x-none" sz="2400" dirty="0"/>
              <a:t>National identity is one's identity or sense of belonging to one state or to one nation. </a:t>
            </a:r>
          </a:p>
          <a:p>
            <a:pPr marL="0" indent="0">
              <a:buNone/>
              <a:tabLst>
                <a:tab pos="0" algn="l"/>
              </a:tabLst>
            </a:pPr>
            <a:endParaRPr lang="en-US" altLang="x-none" sz="2400" dirty="0"/>
          </a:p>
          <a:p>
            <a:pPr marL="0" indent="0">
              <a:buNone/>
              <a:tabLst>
                <a:tab pos="0" algn="l"/>
              </a:tabLst>
            </a:pPr>
            <a:r>
              <a:rPr lang="en-US" altLang="x-none" sz="2400" dirty="0"/>
              <a:t>It is the sense of a nation as a cohesive whole, as represented by distinctive traditions, culture, language and politics. </a:t>
            </a:r>
          </a:p>
          <a:p>
            <a:pPr marL="0" indent="0">
              <a:buNone/>
              <a:tabLst>
                <a:tab pos="0" algn="l"/>
              </a:tabLst>
            </a:pPr>
            <a:endParaRPr lang="en-US" altLang="x-none" sz="2400" dirty="0"/>
          </a:p>
          <a:p>
            <a:pPr marL="0" indent="0">
              <a:buNone/>
              <a:tabLst>
                <a:tab pos="0" algn="l"/>
              </a:tabLst>
            </a:pPr>
            <a:endParaRPr lang="en-US" altLang="x-none" sz="2400" dirty="0"/>
          </a:p>
          <a:p>
            <a:pPr marL="0" indent="0">
              <a:buNone/>
              <a:tabLst>
                <a:tab pos="0" algn="l"/>
              </a:tabLst>
            </a:pPr>
            <a:r>
              <a:rPr lang="en-US" altLang="x-none" sz="2400" dirty="0"/>
              <a:t>National identity is not an inborn trait…</a:t>
            </a:r>
          </a:p>
          <a:p>
            <a:pPr marL="0" indent="0">
              <a:buNone/>
              <a:tabLst>
                <a:tab pos="0" algn="l"/>
              </a:tabLst>
            </a:pPr>
            <a:endParaRPr lang="en-US" altLang="x-none" sz="2400" dirty="0"/>
          </a:p>
          <a:p>
            <a:pPr marL="0" indent="0" algn="just">
              <a:buNone/>
              <a:tabLst>
                <a:tab pos="0" algn="l"/>
              </a:tabLst>
            </a:pPr>
            <a:r>
              <a:rPr lang="en-US" altLang="x-none" sz="2400" dirty="0"/>
              <a:t>A person's national identity results directly from the presence of elements in people's daily lives: national symbols, language, colors, nation's history, blood ties, culture, music, cuisine, radio, television...</a:t>
            </a:r>
            <a:r>
              <a:rPr lang="ru-RU" altLang="x-none" sz="2400" dirty="0"/>
              <a:t> </a:t>
            </a:r>
            <a:endParaRPr lang="en-US" altLang="x-none" sz="2400" dirty="0"/>
          </a:p>
        </p:txBody>
      </p:sp>
    </p:spTree>
    <p:extLst>
      <p:ext uri="{BB962C8B-B14F-4D97-AF65-F5344CB8AC3E}">
        <p14:creationId xmlns:p14="http://schemas.microsoft.com/office/powerpoint/2010/main" val="2172329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Content Placeholder 2"/>
          <p:cNvSpPr>
            <a:spLocks noGrp="1"/>
          </p:cNvSpPr>
          <p:nvPr>
            <p:ph idx="1"/>
          </p:nvPr>
        </p:nvSpPr>
        <p:spPr>
          <a:xfrm>
            <a:off x="323850" y="549275"/>
            <a:ext cx="8567738" cy="5445125"/>
          </a:xfrm>
        </p:spPr>
        <p:txBody>
          <a:bodyPr/>
          <a:lstStyle/>
          <a:p>
            <a:pPr marL="0" indent="0" algn="just" eaLnBrk="1" hangingPunct="1">
              <a:buFontTx/>
              <a:buNone/>
              <a:tabLst>
                <a:tab pos="361950" algn="l"/>
              </a:tabLst>
            </a:pPr>
            <a:r>
              <a:rPr lang="en-US" altLang="x-none" b="1" dirty="0"/>
              <a:t>Distinguish national identity from ethnic </a:t>
            </a:r>
            <a:r>
              <a:rPr lang="en-US" altLang="x-none" b="1" dirty="0" err="1"/>
              <a:t>indentity</a:t>
            </a:r>
            <a:r>
              <a:rPr lang="en-US" altLang="x-none" b="1" dirty="0"/>
              <a:t>…</a:t>
            </a:r>
          </a:p>
          <a:p>
            <a:pPr marL="0" indent="0" algn="just" eaLnBrk="1" hangingPunct="1">
              <a:buFontTx/>
              <a:buNone/>
              <a:tabLst>
                <a:tab pos="361950" algn="l"/>
              </a:tabLst>
            </a:pPr>
            <a:endParaRPr lang="en-US" altLang="x-none" dirty="0"/>
          </a:p>
          <a:p>
            <a:pPr marL="0" indent="0" algn="just" eaLnBrk="1" hangingPunct="1">
              <a:buFontTx/>
              <a:buNone/>
              <a:tabLst>
                <a:tab pos="361950" algn="l"/>
              </a:tabLst>
            </a:pPr>
            <a:r>
              <a:rPr lang="en-US" altLang="x-none" dirty="0" err="1"/>
              <a:t>Azerbaijanism</a:t>
            </a:r>
            <a:r>
              <a:rPr lang="en-US" altLang="x-none" dirty="0"/>
              <a:t> – Heydar Aliyev: “The main idea of the independent Azerbaijani state is </a:t>
            </a:r>
            <a:r>
              <a:rPr lang="en-US" altLang="x-none" dirty="0" err="1"/>
              <a:t>Azerbaijanism</a:t>
            </a:r>
            <a:r>
              <a:rPr lang="en-US" altLang="x-none" dirty="0"/>
              <a:t>. Each Azerbaijani should be proud of his national identity, and we should develop </a:t>
            </a:r>
            <a:r>
              <a:rPr lang="en-US" altLang="x-none" dirty="0" err="1"/>
              <a:t>Azerbaijanism</a:t>
            </a:r>
            <a:r>
              <a:rPr lang="en-US" altLang="x-none" dirty="0"/>
              <a:t> - language, culture, national-cultural values, customs and traditions of Azerbaijan” (</a:t>
            </a:r>
            <a:r>
              <a:rPr lang="en-US" altLang="x-none" i="1" dirty="0"/>
              <a:t>First Congress of World Azerbaijanis on November 9, 2001).</a:t>
            </a:r>
          </a:p>
          <a:p>
            <a:pPr marL="0" indent="0" algn="just" eaLnBrk="1" hangingPunct="1">
              <a:buFontTx/>
              <a:buNone/>
              <a:tabLst>
                <a:tab pos="361950" algn="l"/>
              </a:tabLst>
            </a:pPr>
            <a:endParaRPr lang="en-US" altLang="x-none" i="1" dirty="0"/>
          </a:p>
          <a:p>
            <a:pPr marL="0" indent="0" algn="just" eaLnBrk="1" hangingPunct="1">
              <a:buFontTx/>
              <a:buNone/>
              <a:tabLst>
                <a:tab pos="361950" algn="l"/>
              </a:tabLst>
            </a:pPr>
            <a:r>
              <a:rPr lang="en-US" altLang="x-none" dirty="0" err="1"/>
              <a:t>Azerbaijanism</a:t>
            </a:r>
            <a:r>
              <a:rPr lang="en-US" altLang="x-none" dirty="0"/>
              <a:t> constitutes ideological basis for integration of Azerbaijan into the world community.</a:t>
            </a:r>
          </a:p>
          <a:p>
            <a:pPr marL="0" indent="0" algn="just" eaLnBrk="1" hangingPunct="1">
              <a:buFontTx/>
              <a:buNone/>
              <a:tabLst>
                <a:tab pos="361950" algn="l"/>
              </a:tabLst>
            </a:pPr>
            <a:endParaRPr lang="en-US" altLang="x-none"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ChangeArrowheads="1"/>
          </p:cNvSpPr>
          <p:nvPr/>
        </p:nvSpPr>
        <p:spPr bwMode="auto">
          <a:xfrm>
            <a:off x="395288" y="2020888"/>
            <a:ext cx="7000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eaLnBrk="1" hangingPunct="1">
              <a:spcBef>
                <a:spcPct val="0"/>
              </a:spcBef>
              <a:buClrTx/>
              <a:buSzTx/>
              <a:buFontTx/>
              <a:buNone/>
            </a:pPr>
            <a:endParaRPr lang="az-Latn-AZ" altLang="x-none" sz="2400" b="1"/>
          </a:p>
          <a:p>
            <a:pPr eaLnBrk="1" hangingPunct="1">
              <a:spcBef>
                <a:spcPct val="0"/>
              </a:spcBef>
              <a:buClrTx/>
              <a:buSzTx/>
              <a:buFontTx/>
              <a:buNone/>
            </a:pPr>
            <a:endParaRPr lang="ru-RU" altLang="x-none" sz="2400" b="1"/>
          </a:p>
        </p:txBody>
      </p:sp>
      <p:sp>
        <p:nvSpPr>
          <p:cNvPr id="19458" name="Прямоугольник 1"/>
          <p:cNvSpPr>
            <a:spLocks noChangeArrowheads="1"/>
          </p:cNvSpPr>
          <p:nvPr/>
        </p:nvSpPr>
        <p:spPr bwMode="auto">
          <a:xfrm>
            <a:off x="179388" y="692150"/>
            <a:ext cx="8713787" cy="611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algn="just" eaLnBrk="1" hangingPunct="1">
              <a:buFontTx/>
              <a:buNone/>
            </a:pPr>
            <a:r>
              <a:rPr lang="en-US" altLang="x-none" sz="2300" dirty="0"/>
              <a:t>President of Azerbaijan </a:t>
            </a:r>
            <a:r>
              <a:rPr lang="en-US" altLang="x-none" sz="2300" dirty="0" err="1"/>
              <a:t>Ilham</a:t>
            </a:r>
            <a:r>
              <a:rPr lang="en-US" altLang="x-none" sz="2300" dirty="0"/>
              <a:t> </a:t>
            </a:r>
            <a:r>
              <a:rPr lang="en-US" altLang="x-none" sz="2300" dirty="0" err="1"/>
              <a:t>Aliyev</a:t>
            </a:r>
            <a:r>
              <a:rPr lang="en-US" altLang="x-none" sz="2300" dirty="0"/>
              <a:t> has noted: “The Azerbaijani people for centuries dreamed of independence. During various periods we were a part of different states, but have not lost our national peculiarities. Thanks to the fact that we could keep our native language, our culture, our literature has developed, national traditions have been preserved. These are key questions determining national identification of each people”.</a:t>
            </a:r>
          </a:p>
          <a:p>
            <a:pPr algn="just" eaLnBrk="1" hangingPunct="1">
              <a:buFontTx/>
              <a:buNone/>
            </a:pPr>
            <a:endParaRPr lang="en-US" altLang="x-none" sz="2300" dirty="0"/>
          </a:p>
          <a:p>
            <a:pPr algn="just" eaLnBrk="1" hangingPunct="1">
              <a:buFontTx/>
              <a:buNone/>
            </a:pPr>
            <a:r>
              <a:rPr lang="en-US" altLang="x-none" sz="2300" dirty="0"/>
              <a:t>Nationality is the basis of </a:t>
            </a:r>
            <a:r>
              <a:rPr lang="en-US" altLang="x-none" sz="2300" dirty="0" err="1"/>
              <a:t>Azerbaijanism</a:t>
            </a:r>
            <a:endParaRPr lang="en-US" altLang="x-none" sz="2300" dirty="0"/>
          </a:p>
          <a:p>
            <a:pPr eaLnBrk="1" hangingPunct="1">
              <a:spcBef>
                <a:spcPct val="0"/>
              </a:spcBef>
              <a:buClrTx/>
              <a:buSzTx/>
              <a:buFontTx/>
              <a:buNone/>
            </a:pPr>
            <a:endParaRPr lang="en-US" altLang="x-none" sz="2300" dirty="0"/>
          </a:p>
          <a:p>
            <a:pPr eaLnBrk="1" hangingPunct="1">
              <a:spcBef>
                <a:spcPct val="0"/>
              </a:spcBef>
              <a:buClrTx/>
              <a:buSzTx/>
              <a:buFontTx/>
              <a:buNone/>
            </a:pPr>
            <a:r>
              <a:rPr lang="en-US" altLang="x-none" sz="2300" dirty="0"/>
              <a:t>The civic position allows each person to realize the essence of the long-term social programs and large-scale projects carried out by the authorities. The civic position which is a component of </a:t>
            </a:r>
            <a:r>
              <a:rPr lang="en-US" altLang="x-none" sz="2300" dirty="0" err="1"/>
              <a:t>Azerbaijanism</a:t>
            </a:r>
            <a:r>
              <a:rPr lang="en-US" altLang="x-none" sz="2300" dirty="0"/>
              <a:t> creates an important ground for unification of the population of Azerbaijan as people and its development along the line of statehood.</a:t>
            </a:r>
            <a:r>
              <a:rPr lang="ru-RU" altLang="x-none" sz="1800" dirty="0"/>
              <a:t> </a:t>
            </a:r>
            <a:endParaRPr lang="az-Latn-AZ" altLang="x-none" sz="1800" dirty="0"/>
          </a:p>
          <a:p>
            <a:pPr eaLnBrk="1" hangingPunct="1">
              <a:spcBef>
                <a:spcPct val="0"/>
              </a:spcBef>
              <a:buClrTx/>
              <a:buSzTx/>
              <a:buFontTx/>
              <a:buNone/>
            </a:pPr>
            <a:endParaRPr lang="ru-RU" altLang="x-none"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1"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884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2" name="Rectangle 5"/>
          <p:cNvSpPr>
            <a:spLocks noChangeArrowheads="1"/>
          </p:cNvSpPr>
          <p:nvPr/>
        </p:nvSpPr>
        <p:spPr bwMode="auto">
          <a:xfrm>
            <a:off x="1209675" y="865188"/>
            <a:ext cx="64262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a:r>
              <a:rPr lang="en-US" altLang="x-none" sz="2100" b="1">
                <a:solidFill>
                  <a:srgbClr val="333333"/>
                </a:solidFill>
                <a:latin typeface="Montserrat" charset="0"/>
              </a:rPr>
              <a:t>The most culturally chauvinist people in Europe?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539750" y="1547813"/>
            <a:ext cx="860425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r>
              <a:rPr lang="en-US" altLang="x-none" b="1"/>
              <a:t>Hotbeds of chauvinisim</a:t>
            </a:r>
          </a:p>
          <a:p>
            <a:endParaRPr lang="en-US" altLang="x-none" b="1"/>
          </a:p>
          <a:p>
            <a:r>
              <a:rPr lang="en-US" altLang="x-none"/>
              <a:t>In eight of the 33 countries recently surveyed by the </a:t>
            </a:r>
            <a:r>
              <a:rPr lang="en-US" altLang="x-none" b="1" i="1"/>
              <a:t>Pew Research Center</a:t>
            </a:r>
            <a:r>
              <a:rPr lang="en-US" altLang="x-none"/>
              <a:t>, at least two thirds of the respondents said they believe their culture is superior to those of other nations. All eight are in Eastern Europe.</a:t>
            </a:r>
          </a:p>
          <a:p>
            <a:endParaRPr lang="en-US" altLang="x-none"/>
          </a:p>
          <a:p>
            <a:r>
              <a:rPr lang="en-US" altLang="x-none" b="1"/>
              <a:t>Greece (89%)</a:t>
            </a:r>
          </a:p>
          <a:p>
            <a:r>
              <a:rPr lang="en-US" altLang="x-none" b="1"/>
              <a:t>Georgia (85%)</a:t>
            </a:r>
          </a:p>
          <a:p>
            <a:r>
              <a:rPr lang="en-US" altLang="x-none" b="1"/>
              <a:t>Armenia (84%)</a:t>
            </a:r>
          </a:p>
          <a:p>
            <a:r>
              <a:rPr lang="en-US" altLang="x-none" b="1"/>
              <a:t>Russia (69%)</a:t>
            </a:r>
          </a:p>
          <a:p>
            <a:r>
              <a:rPr lang="en-US" altLang="x-none" b="1"/>
              <a:t>Bulgaria (69%)</a:t>
            </a:r>
          </a:p>
          <a:p>
            <a:r>
              <a:rPr lang="en-US" altLang="x-none" b="1"/>
              <a:t>Bosnia (68%)</a:t>
            </a:r>
          </a:p>
          <a:p>
            <a:r>
              <a:rPr lang="en-US" altLang="x-none" b="1"/>
              <a:t>Romania (66%)</a:t>
            </a:r>
          </a:p>
          <a:p>
            <a:r>
              <a:rPr lang="en-US" altLang="x-none" b="1"/>
              <a:t>Serbia (65%)</a:t>
            </a:r>
          </a:p>
        </p:txBody>
      </p:sp>
      <p:sp>
        <p:nvSpPr>
          <p:cNvPr id="21506" name="Rectangle 2"/>
          <p:cNvSpPr>
            <a:spLocks noChangeArrowheads="1"/>
          </p:cNvSpPr>
          <p:nvPr/>
        </p:nvSpPr>
        <p:spPr bwMode="auto">
          <a:xfrm>
            <a:off x="223838" y="188913"/>
            <a:ext cx="8359775"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a:r>
              <a:rPr lang="en-US" altLang="x-none" sz="2100" b="1" i="1"/>
              <a:t>Do you think your culture is superior to that of people elsewhere?</a:t>
            </a:r>
            <a:r>
              <a:rPr lang="en-US" altLang="x-none" sz="2100" b="1"/>
              <a:t> </a:t>
            </a:r>
            <a:endParaRPr lang="en-US" altLang="x-none" sz="2100" b="1">
              <a:solidFill>
                <a:srgbClr val="10CF9B"/>
              </a:solidFill>
            </a:endParaRPr>
          </a:p>
          <a:p>
            <a:pPr algn="ctr"/>
            <a:endParaRPr lang="en-US" altLang="x-none" sz="2200" b="1">
              <a:solidFill>
                <a:srgbClr val="10CF9B"/>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ChangeArrowheads="1"/>
          </p:cNvSpPr>
          <p:nvPr/>
        </p:nvSpPr>
        <p:spPr bwMode="auto">
          <a:xfrm>
            <a:off x="250825" y="971958"/>
            <a:ext cx="8497888"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algn="ctr" eaLnBrk="1" hangingPunct="1">
              <a:spcBef>
                <a:spcPct val="0"/>
              </a:spcBef>
              <a:buClrTx/>
              <a:buSzTx/>
              <a:buFontTx/>
              <a:buNone/>
            </a:pPr>
            <a:r>
              <a:rPr lang="en-US" altLang="x-none" sz="2300" i="1" dirty="0"/>
              <a:t>“Azerbaijan” by Samad </a:t>
            </a:r>
            <a:r>
              <a:rPr lang="en-US" altLang="x-none" sz="2300" i="1" dirty="0" err="1"/>
              <a:t>Vurgun</a:t>
            </a:r>
            <a:endParaRPr lang="en-US" altLang="x-none" sz="2300" i="1" dirty="0"/>
          </a:p>
          <a:p>
            <a:pPr algn="ctr" eaLnBrk="1" hangingPunct="1">
              <a:spcBef>
                <a:spcPct val="0"/>
              </a:spcBef>
              <a:buClrTx/>
              <a:buSzTx/>
              <a:buFontTx/>
              <a:buNone/>
            </a:pPr>
            <a:endParaRPr lang="en-US" altLang="x-none" sz="2300" i="1" dirty="0"/>
          </a:p>
          <a:p>
            <a:pPr algn="ctr" eaLnBrk="1" hangingPunct="1">
              <a:spcBef>
                <a:spcPct val="0"/>
              </a:spcBef>
              <a:buClrTx/>
              <a:buSzTx/>
              <a:buFontTx/>
              <a:buNone/>
            </a:pPr>
            <a:r>
              <a:rPr lang="en-US" altLang="x-none" sz="2300" dirty="0"/>
              <a:t>…</a:t>
            </a:r>
            <a:r>
              <a:rPr lang="en-US" altLang="x-none" dirty="0"/>
              <a:t>Men know that you are mine by birth:</a:t>
            </a:r>
          </a:p>
          <a:p>
            <a:pPr algn="ctr" eaLnBrk="1" hangingPunct="1">
              <a:spcBef>
                <a:spcPct val="0"/>
              </a:spcBef>
              <a:buClrTx/>
              <a:buSzTx/>
              <a:buFontTx/>
              <a:buNone/>
            </a:pPr>
            <a:r>
              <a:rPr lang="en-US" altLang="x-none" dirty="0"/>
              <a:t>My nest, my refuge, and my hearth,</a:t>
            </a:r>
          </a:p>
          <a:p>
            <a:pPr algn="ctr" eaLnBrk="1" hangingPunct="1">
              <a:spcBef>
                <a:spcPct val="0"/>
              </a:spcBef>
              <a:buClrTx/>
              <a:buSzTx/>
              <a:buFontTx/>
              <a:buNone/>
            </a:pPr>
            <a:r>
              <a:rPr lang="en-US" altLang="x-none" dirty="0"/>
              <a:t>My mother, native land, dear earth!</a:t>
            </a:r>
          </a:p>
          <a:p>
            <a:pPr algn="ctr" eaLnBrk="1" hangingPunct="1">
              <a:spcBef>
                <a:spcPct val="0"/>
              </a:spcBef>
              <a:buClrTx/>
              <a:buSzTx/>
              <a:buFontTx/>
              <a:buNone/>
            </a:pPr>
            <a:r>
              <a:rPr lang="en-US" altLang="x-none" dirty="0"/>
              <a:t>Sever soul and body? Death but can.</a:t>
            </a:r>
          </a:p>
          <a:p>
            <a:pPr algn="ctr" eaLnBrk="1" hangingPunct="1">
              <a:spcBef>
                <a:spcPct val="0"/>
              </a:spcBef>
              <a:buClrTx/>
              <a:buSzTx/>
              <a:buFontTx/>
              <a:buNone/>
            </a:pPr>
            <a:r>
              <a:rPr lang="en-US" altLang="x-none" dirty="0"/>
              <a:t>O Azerbaijan, my Azerbaijan!</a:t>
            </a:r>
          </a:p>
          <a:p>
            <a:pPr algn="ctr" eaLnBrk="1" hangingPunct="1">
              <a:spcBef>
                <a:spcPct val="0"/>
              </a:spcBef>
              <a:buClrTx/>
              <a:buSzTx/>
              <a:buFontTx/>
              <a:buNone/>
            </a:pPr>
            <a:r>
              <a:rPr lang="en-US" altLang="x-none" dirty="0"/>
              <a:t> </a:t>
            </a:r>
          </a:p>
          <a:p>
            <a:pPr algn="ctr" eaLnBrk="1" hangingPunct="1">
              <a:spcBef>
                <a:spcPct val="0"/>
              </a:spcBef>
              <a:buClrTx/>
              <a:buSzTx/>
              <a:buFontTx/>
              <a:buNone/>
            </a:pPr>
            <a:r>
              <a:rPr lang="en-US" altLang="x-none" dirty="0"/>
              <a:t>As mother to me, as child to you –</a:t>
            </a:r>
          </a:p>
          <a:p>
            <a:pPr algn="ctr" eaLnBrk="1" hangingPunct="1">
              <a:spcBef>
                <a:spcPct val="0"/>
              </a:spcBef>
              <a:buClrTx/>
              <a:buSzTx/>
              <a:buFontTx/>
              <a:buNone/>
            </a:pPr>
            <a:r>
              <a:rPr lang="en-US" altLang="x-none" dirty="0"/>
              <a:t>Such is the bond we ever knew:</a:t>
            </a:r>
          </a:p>
          <a:p>
            <a:pPr algn="ctr" eaLnBrk="1" hangingPunct="1">
              <a:spcBef>
                <a:spcPct val="0"/>
              </a:spcBef>
              <a:buClrTx/>
              <a:buSzTx/>
              <a:buFontTx/>
              <a:buNone/>
            </a:pPr>
            <a:r>
              <a:rPr lang="en-US" altLang="x-none" dirty="0"/>
              <a:t>I'd come back wherever I flew,</a:t>
            </a:r>
          </a:p>
          <a:p>
            <a:pPr algn="ctr" eaLnBrk="1" hangingPunct="1">
              <a:spcBef>
                <a:spcPct val="0"/>
              </a:spcBef>
              <a:buClrTx/>
              <a:buSzTx/>
              <a:buFontTx/>
              <a:buNone/>
            </a:pPr>
            <a:r>
              <a:rPr lang="en-US" altLang="x-none" dirty="0"/>
              <a:t>For you are my people, you—my nest,</a:t>
            </a:r>
          </a:p>
          <a:p>
            <a:pPr algn="ctr" eaLnBrk="1" hangingPunct="1">
              <a:spcBef>
                <a:spcPct val="0"/>
              </a:spcBef>
              <a:buClrTx/>
              <a:buSzTx/>
              <a:buFontTx/>
              <a:buNone/>
            </a:pPr>
            <a:r>
              <a:rPr lang="en-US" altLang="x-none" dirty="0"/>
              <a:t>My native birthplace ever blest. </a:t>
            </a:r>
            <a:endParaRPr lang="az-Latn-AZ" altLang="x-none"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Прямоугольник 1"/>
          <p:cNvSpPr>
            <a:spLocks noChangeArrowheads="1"/>
          </p:cNvSpPr>
          <p:nvPr/>
        </p:nvSpPr>
        <p:spPr bwMode="auto">
          <a:xfrm>
            <a:off x="323850" y="333375"/>
            <a:ext cx="8424863" cy="652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eaLnBrk="1" hangingPunct="1">
              <a:spcBef>
                <a:spcPct val="0"/>
              </a:spcBef>
              <a:buClrTx/>
              <a:buSzTx/>
              <a:buFontTx/>
              <a:buNone/>
            </a:pPr>
            <a:r>
              <a:rPr lang="en-GB" altLang="x-none" sz="2200" dirty="0"/>
              <a:t>Why Azerbaijani poet insists that Azerbaijan is to be possessed by the author – “you are mine”? </a:t>
            </a:r>
          </a:p>
          <a:p>
            <a:pPr eaLnBrk="1" hangingPunct="1">
              <a:spcBef>
                <a:spcPct val="0"/>
              </a:spcBef>
              <a:buClrTx/>
              <a:buSzTx/>
              <a:buFontTx/>
              <a:buNone/>
            </a:pPr>
            <a:endParaRPr lang="en-GB" altLang="x-none" sz="2200" dirty="0"/>
          </a:p>
          <a:p>
            <a:pPr eaLnBrk="1" hangingPunct="1">
              <a:spcBef>
                <a:spcPct val="0"/>
              </a:spcBef>
              <a:buClrTx/>
              <a:buSzTx/>
              <a:buFontTx/>
              <a:buNone/>
            </a:pPr>
            <a:r>
              <a:rPr lang="en-GB" altLang="x-none" sz="2200" dirty="0">
                <a:hlinkClick r:id="rId3"/>
              </a:rPr>
              <a:t>https://www.youtube.com/watch?v=XRd-2Fu8Fug</a:t>
            </a:r>
            <a:endParaRPr lang="en-GB" altLang="x-none" sz="2200" dirty="0"/>
          </a:p>
          <a:p>
            <a:pPr eaLnBrk="1" hangingPunct="1">
              <a:spcBef>
                <a:spcPct val="0"/>
              </a:spcBef>
              <a:buClrTx/>
              <a:buSzTx/>
              <a:buFontTx/>
              <a:buNone/>
            </a:pPr>
            <a:endParaRPr lang="en-GB" altLang="x-none" sz="2200" dirty="0"/>
          </a:p>
          <a:p>
            <a:pPr eaLnBrk="1" hangingPunct="1">
              <a:spcBef>
                <a:spcPct val="0"/>
              </a:spcBef>
              <a:buClrTx/>
              <a:buSzTx/>
              <a:buFontTx/>
              <a:buNone/>
            </a:pPr>
            <a:r>
              <a:rPr lang="en-GB" altLang="x-none" sz="2200" dirty="0"/>
              <a:t>Why did </a:t>
            </a:r>
            <a:r>
              <a:rPr lang="en-GB" altLang="x-none" sz="2200" dirty="0" err="1"/>
              <a:t>M.A.Rasulzade</a:t>
            </a:r>
            <a:r>
              <a:rPr lang="en-GB" altLang="x-none" sz="2200" dirty="0"/>
              <a:t> when addressing Azerbaijanis for the Radio of Liberty in 1952 state in the end of his radio talk that “you are ours, ours as long as our souls are not gone from our bodies. Long live, long live and much long live you, o you famous Azerbaijan”. </a:t>
            </a:r>
          </a:p>
          <a:p>
            <a:pPr eaLnBrk="1" hangingPunct="1">
              <a:spcBef>
                <a:spcPct val="0"/>
              </a:spcBef>
              <a:buClrTx/>
              <a:buSzTx/>
              <a:buFontTx/>
              <a:buNone/>
            </a:pPr>
            <a:r>
              <a:rPr lang="en-GB" altLang="x-none" sz="2200" dirty="0"/>
              <a:t> </a:t>
            </a:r>
          </a:p>
          <a:p>
            <a:pPr eaLnBrk="1" hangingPunct="1">
              <a:spcBef>
                <a:spcPct val="0"/>
              </a:spcBef>
              <a:buClrTx/>
              <a:buSzTx/>
              <a:buFontTx/>
              <a:buNone/>
            </a:pPr>
            <a:r>
              <a:rPr lang="en-GB" altLang="x-none" sz="2200" dirty="0"/>
              <a:t>Two different persons - a soviet loyal citizen, another is the leader of former Azerbaijani state – say the same…</a:t>
            </a:r>
          </a:p>
          <a:p>
            <a:pPr eaLnBrk="1" hangingPunct="1">
              <a:spcBef>
                <a:spcPct val="0"/>
              </a:spcBef>
              <a:buClrTx/>
              <a:buSzTx/>
              <a:buFontTx/>
              <a:buNone/>
            </a:pPr>
            <a:endParaRPr lang="en-GB" altLang="x-none" sz="2200" dirty="0"/>
          </a:p>
          <a:p>
            <a:pPr eaLnBrk="1" hangingPunct="1">
              <a:spcBef>
                <a:spcPct val="0"/>
              </a:spcBef>
              <a:buClrTx/>
              <a:buSzTx/>
              <a:buFontTx/>
              <a:buNone/>
            </a:pPr>
            <a:r>
              <a:rPr lang="en-GB" altLang="x-none" sz="2200" dirty="0"/>
              <a:t>But the case is not with Heydar Aliyev when he did not state that “Oh you Azerbaijan, you are mine” and instead said that “I am proud that I am Azerbaijanian”.</a:t>
            </a:r>
            <a:endParaRPr lang="az-Latn-AZ" altLang="x-none" sz="2200" dirty="0"/>
          </a:p>
          <a:p>
            <a:pPr eaLnBrk="1" hangingPunct="1">
              <a:spcBef>
                <a:spcPct val="0"/>
              </a:spcBef>
              <a:buClrTx/>
              <a:buSzTx/>
              <a:buFontTx/>
              <a:buNone/>
            </a:pPr>
            <a:endParaRPr lang="az-Latn-AZ" altLang="x-none" sz="2200" dirty="0">
              <a:hlinkClick r:id="rId4"/>
            </a:endParaRPr>
          </a:p>
          <a:p>
            <a:pPr eaLnBrk="1" hangingPunct="1">
              <a:spcBef>
                <a:spcPct val="0"/>
              </a:spcBef>
              <a:buClrTx/>
              <a:buSzTx/>
              <a:buFontTx/>
              <a:buNone/>
            </a:pPr>
            <a:r>
              <a:rPr lang="az-Latn-AZ" altLang="x-none" sz="2200" dirty="0">
                <a:hlinkClick r:id="rId4"/>
              </a:rPr>
              <a:t>https://www.youtube.com/watch?v=H9Xi1QekUyU</a:t>
            </a:r>
            <a:endParaRPr lang="az-Latn-AZ" altLang="x-none"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link="rId2"/>
          <a:srcRect/>
          <a:tile tx="0" ty="0" sx="100000" sy="100000" flip="none" algn="tl"/>
        </a:blipFill>
        <a:effectLst/>
      </p:bgPr>
    </p:bg>
    <p:spTree>
      <p:nvGrpSpPr>
        <p:cNvPr id="1" name=""/>
        <p:cNvGrpSpPr/>
        <p:nvPr/>
      </p:nvGrpSpPr>
      <p:grpSpPr>
        <a:xfrm>
          <a:off x="0" y="0"/>
          <a:ext cx="0" cy="0"/>
          <a:chOff x="0" y="0"/>
          <a:chExt cx="0" cy="0"/>
        </a:xfrm>
      </p:grpSpPr>
      <p:sp>
        <p:nvSpPr>
          <p:cNvPr id="12290" name="Rectangle 6"/>
          <p:cNvSpPr>
            <a:spLocks noChangeArrowheads="1"/>
          </p:cNvSpPr>
          <p:nvPr/>
        </p:nvSpPr>
        <p:spPr bwMode="auto">
          <a:xfrm>
            <a:off x="250825" y="3360738"/>
            <a:ext cx="889317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eaLnBrk="1" hangingPunct="1">
              <a:spcBef>
                <a:spcPct val="0"/>
              </a:spcBef>
              <a:buClrTx/>
              <a:buSzTx/>
              <a:buFontTx/>
              <a:buNone/>
            </a:pPr>
            <a:endParaRPr lang="az-Latn-AZ" altLang="x-none" sz="1600"/>
          </a:p>
          <a:p>
            <a:pPr eaLnBrk="1" hangingPunct="1">
              <a:spcBef>
                <a:spcPct val="0"/>
              </a:spcBef>
              <a:buClrTx/>
              <a:buSzTx/>
              <a:buFontTx/>
              <a:buNone/>
            </a:pPr>
            <a:endParaRPr lang="ru-RU" altLang="x-none" sz="1600"/>
          </a:p>
        </p:txBody>
      </p:sp>
      <p:sp>
        <p:nvSpPr>
          <p:cNvPr id="25603" name="Прямоугольник 1"/>
          <p:cNvSpPr>
            <a:spLocks noChangeArrowheads="1"/>
          </p:cNvSpPr>
          <p:nvPr/>
        </p:nvSpPr>
        <p:spPr bwMode="auto">
          <a:xfrm>
            <a:off x="468313" y="260350"/>
            <a:ext cx="8210550" cy="646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eaLnBrk="1" hangingPunct="1">
              <a:spcBef>
                <a:spcPct val="0"/>
              </a:spcBef>
              <a:buClrTx/>
              <a:buSzTx/>
              <a:buFont typeface="Arial" charset="0"/>
              <a:buNone/>
            </a:pPr>
            <a:r>
              <a:rPr lang="en-US" altLang="x-none" sz="2300" dirty="0"/>
              <a:t>Historic background of Azerbaijani identity</a:t>
            </a:r>
          </a:p>
          <a:p>
            <a:pPr eaLnBrk="1" hangingPunct="1">
              <a:spcBef>
                <a:spcPct val="0"/>
              </a:spcBef>
              <a:buClrTx/>
              <a:buSzTx/>
              <a:buFont typeface="Arial" charset="0"/>
              <a:buNone/>
            </a:pPr>
            <a:endParaRPr lang="en-US" altLang="x-none" sz="2300" dirty="0"/>
          </a:p>
          <a:p>
            <a:pPr eaLnBrk="1" hangingPunct="1">
              <a:spcBef>
                <a:spcPct val="0"/>
              </a:spcBef>
              <a:buClrTx/>
              <a:buSzTx/>
              <a:buFont typeface="Arial" charset="0"/>
              <a:buNone/>
            </a:pPr>
            <a:r>
              <a:rPr lang="en-US" altLang="x-none" sz="2300" dirty="0"/>
              <a:t>Since at least the 11th century, Turkic-speaking inhabitants on the northern and the southern banks of river Araxes had more or less uniform ethnic, cultural, linguistic and religious identity, it wasn’t until the late 19th century when first definitions of Azerbaijani as a distinct ethno-national factor appeared in scholarship. </a:t>
            </a:r>
          </a:p>
          <a:p>
            <a:pPr eaLnBrk="1" hangingPunct="1">
              <a:spcBef>
                <a:spcPct val="0"/>
              </a:spcBef>
              <a:buClrTx/>
              <a:buSzTx/>
              <a:buFont typeface="Arial" charset="0"/>
              <a:buNone/>
            </a:pPr>
            <a:endParaRPr lang="en-US" altLang="x-none" sz="2300" dirty="0"/>
          </a:p>
          <a:p>
            <a:pPr eaLnBrk="1" hangingPunct="1">
              <a:spcBef>
                <a:spcPct val="0"/>
              </a:spcBef>
              <a:buClrTx/>
              <a:buSzTx/>
              <a:buFont typeface="Arial" charset="0"/>
              <a:buNone/>
            </a:pPr>
            <a:r>
              <a:rPr lang="en-US" altLang="x-none" sz="2300" dirty="0"/>
              <a:t>The historical name of Azerbaijan traces back over 2000 years</a:t>
            </a:r>
            <a:r>
              <a:rPr lang="ru-RU" altLang="x-none" sz="2300" dirty="0"/>
              <a:t> </a:t>
            </a:r>
            <a:r>
              <a:rPr lang="en-US" altLang="x-none" sz="2300" dirty="0"/>
              <a:t>– </a:t>
            </a:r>
            <a:r>
              <a:rPr lang="en-US" altLang="x-none" sz="2300" dirty="0" err="1"/>
              <a:t>Atropates</a:t>
            </a:r>
            <a:r>
              <a:rPr lang="en-US" altLang="x-none" sz="2300" dirty="0"/>
              <a:t>…</a:t>
            </a:r>
          </a:p>
          <a:p>
            <a:pPr eaLnBrk="1" hangingPunct="1">
              <a:spcBef>
                <a:spcPct val="0"/>
              </a:spcBef>
              <a:buClrTx/>
              <a:buSzTx/>
              <a:buFont typeface="Arial" charset="0"/>
              <a:buNone/>
            </a:pPr>
            <a:endParaRPr lang="en-US" altLang="x-none" sz="2300" dirty="0"/>
          </a:p>
          <a:p>
            <a:pPr eaLnBrk="1" hangingPunct="1">
              <a:spcBef>
                <a:spcPct val="0"/>
              </a:spcBef>
              <a:buClrTx/>
              <a:buSzTx/>
              <a:buFont typeface="Arial" charset="0"/>
              <a:buNone/>
            </a:pPr>
            <a:r>
              <a:rPr lang="en-US" altLang="x-none" sz="2300" dirty="0"/>
              <a:t>Despite the distinct Caucasian </a:t>
            </a:r>
            <a:r>
              <a:rPr lang="en-US" altLang="x-none" sz="2300" dirty="0" err="1"/>
              <a:t>autochtone</a:t>
            </a:r>
            <a:r>
              <a:rPr lang="en-US" altLang="x-none" sz="2300" dirty="0"/>
              <a:t> identity of Caucasian Albanians, throughout their history, the ruling dynasties and diverse tribes of Caucasian Albania shared close cultural ties with Georgians, Medians, Parthians, </a:t>
            </a:r>
            <a:r>
              <a:rPr lang="en-US" altLang="x-none" sz="2300" dirty="0" err="1"/>
              <a:t>Khazar</a:t>
            </a:r>
            <a:r>
              <a:rPr lang="en-US" altLang="x-none" sz="2300" dirty="0"/>
              <a:t> Turks, Sassanid Persians and quite diverse ancient Turkic tribes. </a:t>
            </a:r>
            <a:r>
              <a:rPr lang="en-US" altLang="x-none" sz="1800" dirty="0"/>
              <a:t> </a:t>
            </a:r>
            <a:endParaRPr lang="ru-RU" altLang="x-none"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link="rId2"/>
          <a:srcRect/>
          <a:tile tx="0" ty="0" sx="100000" sy="100000" flip="none" algn="tl"/>
        </a:blipFill>
        <a:effectLst/>
      </p:bgPr>
    </p:bg>
    <p:spTree>
      <p:nvGrpSpPr>
        <p:cNvPr id="1" name=""/>
        <p:cNvGrpSpPr/>
        <p:nvPr/>
      </p:nvGrpSpPr>
      <p:grpSpPr>
        <a:xfrm>
          <a:off x="0" y="0"/>
          <a:ext cx="0" cy="0"/>
          <a:chOff x="0" y="0"/>
          <a:chExt cx="0" cy="0"/>
        </a:xfrm>
      </p:grpSpPr>
      <p:sp>
        <p:nvSpPr>
          <p:cNvPr id="26626" name="Content Placeholder 2"/>
          <p:cNvSpPr>
            <a:spLocks noGrp="1"/>
          </p:cNvSpPr>
          <p:nvPr>
            <p:ph idx="1"/>
          </p:nvPr>
        </p:nvSpPr>
        <p:spPr>
          <a:xfrm>
            <a:off x="323850" y="476250"/>
            <a:ext cx="8229600" cy="5776913"/>
          </a:xfrm>
        </p:spPr>
        <p:txBody>
          <a:bodyPr/>
          <a:lstStyle/>
          <a:p>
            <a:pPr marL="0" indent="0" eaLnBrk="1" hangingPunct="1">
              <a:lnSpc>
                <a:spcPct val="80000"/>
              </a:lnSpc>
              <a:buFont typeface="Wingdings 2" charset="2"/>
              <a:buNone/>
            </a:pPr>
            <a:r>
              <a:rPr lang="en-US" altLang="x-none" sz="2300" dirty="0"/>
              <a:t>With the conquest of the region by Arabs and the spread of Islam in 7-8th century, cultural identity differences between the north and the south of historical Azerbaijan started to fade away. </a:t>
            </a:r>
          </a:p>
          <a:p>
            <a:pPr marL="0" indent="0" eaLnBrk="1" hangingPunct="1">
              <a:lnSpc>
                <a:spcPct val="80000"/>
              </a:lnSpc>
              <a:buFont typeface="Wingdings 2" charset="2"/>
              <a:buNone/>
            </a:pPr>
            <a:endParaRPr lang="en-US" altLang="x-none" sz="2300" dirty="0"/>
          </a:p>
          <a:p>
            <a:pPr marL="0" indent="0" eaLnBrk="1" hangingPunct="1">
              <a:lnSpc>
                <a:spcPct val="80000"/>
              </a:lnSpc>
              <a:buFont typeface="Wingdings 2" charset="2"/>
              <a:buNone/>
            </a:pPr>
            <a:r>
              <a:rPr lang="en-US" altLang="x-none" sz="2300" dirty="0"/>
              <a:t>The process was completed during the influx of Oghuz Turkic tribes and the rise of Seljuk Turkic Empire in the 11th century. </a:t>
            </a:r>
          </a:p>
          <a:p>
            <a:pPr marL="0" indent="0" eaLnBrk="1" hangingPunct="1">
              <a:lnSpc>
                <a:spcPct val="80000"/>
              </a:lnSpc>
              <a:buFont typeface="Wingdings 2" charset="2"/>
              <a:buNone/>
            </a:pPr>
            <a:endParaRPr lang="en-US" altLang="x-none" sz="2300" dirty="0"/>
          </a:p>
          <a:p>
            <a:pPr marL="0" indent="0" eaLnBrk="1" hangingPunct="1">
              <a:lnSpc>
                <a:spcPct val="80000"/>
              </a:lnSpc>
              <a:buFont typeface="Wingdings 2" charset="2"/>
              <a:buNone/>
            </a:pPr>
            <a:r>
              <a:rPr lang="en-US" altLang="x-none" sz="2300" dirty="0"/>
              <a:t>Upon its subsequent disintegration a century later, the foundation was already set for the uniform ethno-linguistic identity on the territory stretching from </a:t>
            </a:r>
            <a:r>
              <a:rPr lang="en-US" altLang="x-none" sz="2300" dirty="0" err="1"/>
              <a:t>Derbend</a:t>
            </a:r>
            <a:r>
              <a:rPr lang="en-US" altLang="x-none" sz="2300" dirty="0"/>
              <a:t> in the north to Hamadan in the south. </a:t>
            </a:r>
          </a:p>
          <a:p>
            <a:pPr marL="0" indent="0" eaLnBrk="1" hangingPunct="1">
              <a:lnSpc>
                <a:spcPct val="80000"/>
              </a:lnSpc>
              <a:buFont typeface="Wingdings 2" charset="2"/>
              <a:buNone/>
            </a:pPr>
            <a:endParaRPr lang="en-US" altLang="x-none" sz="2300" dirty="0"/>
          </a:p>
          <a:p>
            <a:pPr marL="0" indent="0" eaLnBrk="1" hangingPunct="1">
              <a:lnSpc>
                <a:spcPct val="80000"/>
              </a:lnSpc>
              <a:buFont typeface="Wingdings 2" charset="2"/>
              <a:buNone/>
            </a:pPr>
            <a:r>
              <a:rPr lang="en-US" altLang="x-none" sz="2300" dirty="0"/>
              <a:t>By the middle of the 12th century, </a:t>
            </a:r>
            <a:r>
              <a:rPr lang="en-US" altLang="x-none" sz="2300" dirty="0" err="1"/>
              <a:t>Shamsaddin</a:t>
            </a:r>
            <a:r>
              <a:rPr lang="en-US" altLang="x-none" sz="2300" dirty="0"/>
              <a:t> </a:t>
            </a:r>
            <a:r>
              <a:rPr lang="en-US" altLang="x-none" sz="2300" dirty="0" err="1"/>
              <a:t>Ildeniz</a:t>
            </a:r>
            <a:r>
              <a:rPr lang="en-US" altLang="x-none" sz="2300" dirty="0"/>
              <a:t>, a freed </a:t>
            </a:r>
            <a:r>
              <a:rPr lang="en-US" altLang="x-none" sz="2300" dirty="0" err="1"/>
              <a:t>Qipchaq</a:t>
            </a:r>
            <a:r>
              <a:rPr lang="en-US" altLang="x-none" sz="2300" dirty="0"/>
              <a:t> slave of Seljuk Turks, rose from </a:t>
            </a:r>
            <a:r>
              <a:rPr lang="en-US" altLang="x-none" sz="2300" dirty="0" err="1"/>
              <a:t>Nakhchivan</a:t>
            </a:r>
            <a:r>
              <a:rPr lang="en-US" altLang="x-none" sz="2300" dirty="0"/>
              <a:t> to establish the kingdom of Atabegs of Azerbaijan stretching north and south from river Araxes. </a:t>
            </a:r>
          </a:p>
          <a:p>
            <a:pPr marL="0" indent="0" eaLnBrk="1" hangingPunct="1">
              <a:lnSpc>
                <a:spcPct val="80000"/>
              </a:lnSpc>
              <a:buFont typeface="Wingdings 2" charset="2"/>
              <a:buNone/>
            </a:pPr>
            <a:endParaRPr lang="en-US" altLang="x-none" sz="2300" dirty="0"/>
          </a:p>
          <a:p>
            <a:pPr marL="0" indent="0" eaLnBrk="1" hangingPunct="1">
              <a:lnSpc>
                <a:spcPct val="80000"/>
              </a:lnSpc>
              <a:buFont typeface="Wingdings 2" charset="2"/>
              <a:buNone/>
            </a:pPr>
            <a:r>
              <a:rPr lang="en-US" altLang="x-none" sz="2300" dirty="0"/>
              <a:t>By the late 14th century, the Turcoman tribal confederation of </a:t>
            </a:r>
            <a:r>
              <a:rPr lang="en-US" altLang="x-none" sz="2300" dirty="0" err="1"/>
              <a:t>Qara</a:t>
            </a:r>
            <a:r>
              <a:rPr lang="en-US" altLang="x-none" sz="2300" dirty="0"/>
              <a:t> </a:t>
            </a:r>
            <a:r>
              <a:rPr lang="en-US" altLang="x-none" sz="2300" dirty="0" err="1"/>
              <a:t>Qoyunlu</a:t>
            </a:r>
            <a:r>
              <a:rPr lang="en-US" altLang="x-none" sz="2300" dirty="0"/>
              <a:t> rose to control the territory of historical Azerbaijan.</a:t>
            </a:r>
            <a:r>
              <a:rPr lang="en-US" altLang="x-none" dirty="0"/>
              <a:t> </a:t>
            </a:r>
            <a:endParaRPr lang="ru-RU" altLang="x-none" dirty="0"/>
          </a:p>
        </p:txBody>
      </p:sp>
      <p:sp>
        <p:nvSpPr>
          <p:cNvPr id="13315" name="Rectangle 11"/>
          <p:cNvSpPr>
            <a:spLocks noChangeArrowheads="1"/>
          </p:cNvSpPr>
          <p:nvPr/>
        </p:nvSpPr>
        <p:spPr bwMode="auto">
          <a:xfrm>
            <a:off x="0" y="2695575"/>
            <a:ext cx="810101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algn="ctr" eaLnBrk="1" hangingPunct="1">
              <a:spcBef>
                <a:spcPct val="0"/>
              </a:spcBef>
              <a:buClrTx/>
              <a:buSzTx/>
              <a:buFontTx/>
              <a:buNone/>
            </a:pPr>
            <a:br>
              <a:rPr lang="ru-RU" altLang="x-none" sz="1800"/>
            </a:br>
            <a:endParaRPr lang="ru-RU" altLang="x-none" sz="1800"/>
          </a:p>
        </p:txBody>
      </p:sp>
    </p:spTree>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Прямоугольник 1"/>
          <p:cNvSpPr>
            <a:spLocks noChangeArrowheads="1"/>
          </p:cNvSpPr>
          <p:nvPr/>
        </p:nvSpPr>
        <p:spPr bwMode="auto">
          <a:xfrm>
            <a:off x="179388" y="549275"/>
            <a:ext cx="8642350"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marL="0" marR="0" algn="just">
              <a:lnSpc>
                <a:spcPts val="1800"/>
              </a:lnSpc>
              <a:spcBef>
                <a:spcPts val="0"/>
              </a:spcBef>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Qara</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Qoyunlu</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state of Azerbaijan reached its pinnacle</a:t>
            </a:r>
          </a:p>
          <a:p>
            <a:pPr marL="0" marR="0" algn="just">
              <a:lnSpc>
                <a:spcPts val="1800"/>
              </a:lnSpc>
              <a:spcBef>
                <a:spcPts val="0"/>
              </a:spcBef>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during the rule of </a:t>
            </a:r>
            <a:r>
              <a:rPr lang="az-Latn-AZ" dirty="0">
                <a:effectLst/>
                <a:latin typeface="Times New Roman" panose="02020603050405020304" pitchFamily="18" charset="0"/>
                <a:ea typeface="Times New Roman" panose="02020603050405020304" pitchFamily="18" charset="0"/>
                <a:cs typeface="Times New Roman" panose="02020603050405020304" pitchFamily="18" charset="0"/>
              </a:rPr>
              <a:t>Ji</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han</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-shah. </a:t>
            </a:r>
          </a:p>
          <a:p>
            <a:pPr marL="0" marR="0" algn="just">
              <a:lnSpc>
                <a:spcPts val="1800"/>
              </a:lnSpc>
              <a:spcBef>
                <a:spcPts val="0"/>
              </a:spcBef>
              <a:spcAft>
                <a:spcPts val="1200"/>
              </a:spcAft>
              <a:buNone/>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ts val="1800"/>
              </a:lnSpc>
              <a:spcBef>
                <a:spcPts val="0"/>
              </a:spcBef>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V.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Minorsky</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cited the Timurid historian Abd al-Razzaq</a:t>
            </a:r>
          </a:p>
          <a:p>
            <a:pPr marL="0" marR="0" algn="just">
              <a:lnSpc>
                <a:spcPts val="1800"/>
              </a:lnSpc>
              <a:spcBef>
                <a:spcPts val="0"/>
              </a:spcBef>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Samarqandi’s</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description of Jahan-shah’s rule dating back to</a:t>
            </a:r>
          </a:p>
          <a:p>
            <a:pPr marL="0" marR="0" algn="just">
              <a:lnSpc>
                <a:spcPts val="1800"/>
              </a:lnSpc>
              <a:spcBef>
                <a:spcPts val="0"/>
              </a:spcBef>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1462 as follows: </a:t>
            </a:r>
          </a:p>
          <a:p>
            <a:pPr marL="0" marR="0" algn="just">
              <a:lnSpc>
                <a:spcPts val="1800"/>
              </a:lnSpc>
              <a:spcBef>
                <a:spcPts val="0"/>
              </a:spcBef>
              <a:spcAft>
                <a:spcPts val="1200"/>
              </a:spcAft>
              <a:buNone/>
            </a:pP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ts val="1800"/>
              </a:lnSpc>
              <a:spcBef>
                <a:spcPts val="0"/>
              </a:spcBef>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Owing to the benevolent administration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husn-i</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inayat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lutf</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-I</a:t>
            </a:r>
          </a:p>
          <a:p>
            <a:pPr marL="0" marR="0" algn="just">
              <a:lnSpc>
                <a:spcPts val="1800"/>
              </a:lnSpc>
              <a:spcBef>
                <a:spcPts val="0"/>
              </a:spcBef>
              <a:spcAft>
                <a:spcPts val="1200"/>
              </a:spcAft>
              <a:buNone/>
            </a:pP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atifat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of Mirza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Jihan</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-shah,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Azarbaijan</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was a highly thriving</a:t>
            </a:r>
          </a:p>
          <a:p>
            <a:pPr marL="0" marR="0" algn="just">
              <a:lnSpc>
                <a:spcPts val="1800"/>
              </a:lnSpc>
              <a:spcBef>
                <a:spcPts val="0"/>
              </a:spcBef>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state. That well-meaning sovereign was anxious to practice</a:t>
            </a:r>
          </a:p>
          <a:p>
            <a:pPr marL="0" marR="0" algn="just">
              <a:lnSpc>
                <a:spcPts val="1800"/>
              </a:lnSpc>
              <a:spcBef>
                <a:spcPts val="0"/>
              </a:spcBef>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justice, to secure the prosperity of the country, and to treat his</a:t>
            </a:r>
          </a:p>
          <a:p>
            <a:pPr marL="0" marR="0" algn="just">
              <a:lnSpc>
                <a:spcPts val="1800"/>
              </a:lnSpc>
              <a:spcBef>
                <a:spcPts val="0"/>
              </a:spcBef>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subjects honorably. The capital, Tabriz, by its numerous</a:t>
            </a:r>
          </a:p>
          <a:p>
            <a:pPr marL="0" marR="0" algn="just">
              <a:lnSpc>
                <a:spcPts val="1800"/>
              </a:lnSpc>
              <a:spcBef>
                <a:spcPts val="0"/>
              </a:spcBef>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population and the prevalence of tranquility, emulated Egypt”. </a:t>
            </a:r>
          </a:p>
          <a:p>
            <a:pPr eaLnBrk="1" hangingPunct="1">
              <a:spcBef>
                <a:spcPct val="0"/>
              </a:spcBef>
              <a:buClrTx/>
              <a:buSzTx/>
              <a:buFont typeface="Arial" charset="0"/>
              <a:buNone/>
            </a:pPr>
            <a:endParaRPr lang="en-US" altLang="x-none" sz="2300" dirty="0"/>
          </a:p>
        </p:txBody>
      </p:sp>
    </p:spTree>
    <p:extLst>
      <p:ext uri="{BB962C8B-B14F-4D97-AF65-F5344CB8AC3E}">
        <p14:creationId xmlns:p14="http://schemas.microsoft.com/office/powerpoint/2010/main" val="309627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Прямоугольник 1"/>
          <p:cNvSpPr>
            <a:spLocks noChangeArrowheads="1"/>
          </p:cNvSpPr>
          <p:nvPr/>
        </p:nvSpPr>
        <p:spPr bwMode="auto">
          <a:xfrm>
            <a:off x="179388" y="549275"/>
            <a:ext cx="8642350" cy="5401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eaLnBrk="1" hangingPunct="1">
              <a:spcBef>
                <a:spcPct val="0"/>
              </a:spcBef>
              <a:buClrTx/>
              <a:buSzTx/>
              <a:buFont typeface="Arial" charset="0"/>
              <a:buNone/>
            </a:pPr>
            <a:r>
              <a:rPr lang="en-US" altLang="x-none" sz="2300" dirty="0"/>
              <a:t>The rule of </a:t>
            </a:r>
            <a:r>
              <a:rPr lang="en-US" altLang="x-none" sz="2300" dirty="0" err="1"/>
              <a:t>Qara</a:t>
            </a:r>
            <a:r>
              <a:rPr lang="en-US" altLang="x-none" sz="2300" dirty="0"/>
              <a:t> </a:t>
            </a:r>
            <a:r>
              <a:rPr lang="en-US" altLang="x-none" sz="2300" dirty="0" err="1"/>
              <a:t>Qoyunlu</a:t>
            </a:r>
            <a:r>
              <a:rPr lang="en-US" altLang="x-none" sz="2300" dirty="0"/>
              <a:t> and the subsequent </a:t>
            </a:r>
            <a:r>
              <a:rPr lang="en-US" altLang="x-none" sz="2300" dirty="0" err="1"/>
              <a:t>Aq</a:t>
            </a:r>
            <a:r>
              <a:rPr lang="en-US" altLang="x-none" sz="2300" dirty="0"/>
              <a:t> </a:t>
            </a:r>
            <a:r>
              <a:rPr lang="en-US" altLang="x-none" sz="2300" dirty="0" err="1"/>
              <a:t>Qoyunlu</a:t>
            </a:r>
            <a:r>
              <a:rPr lang="en-US" altLang="x-none" sz="2300" dirty="0"/>
              <a:t> tribal confederations further strengthened the domination of Turkic component in Azerbaijani identity. </a:t>
            </a:r>
          </a:p>
          <a:p>
            <a:pPr eaLnBrk="1" hangingPunct="1">
              <a:spcBef>
                <a:spcPct val="0"/>
              </a:spcBef>
              <a:buClrTx/>
              <a:buSzTx/>
              <a:buFont typeface="Arial" charset="0"/>
              <a:buNone/>
            </a:pPr>
            <a:endParaRPr lang="en-US" altLang="x-none" sz="2300" dirty="0"/>
          </a:p>
          <a:p>
            <a:pPr eaLnBrk="1" hangingPunct="1">
              <a:spcBef>
                <a:spcPct val="0"/>
              </a:spcBef>
              <a:buClrTx/>
              <a:buSzTx/>
              <a:buFont typeface="Arial" charset="0"/>
              <a:buNone/>
            </a:pPr>
            <a:r>
              <a:rPr lang="en-US" altLang="x-none" sz="2300" dirty="0"/>
              <a:t>Shah Ismail </a:t>
            </a:r>
            <a:r>
              <a:rPr lang="en-US" altLang="x-none" sz="2300" dirty="0" err="1"/>
              <a:t>Safavi</a:t>
            </a:r>
            <a:r>
              <a:rPr lang="en-US" altLang="x-none" sz="2300" dirty="0"/>
              <a:t> in 1501…</a:t>
            </a:r>
          </a:p>
          <a:p>
            <a:pPr eaLnBrk="1" hangingPunct="1">
              <a:spcBef>
                <a:spcPct val="0"/>
              </a:spcBef>
              <a:buClrTx/>
              <a:buSzTx/>
              <a:buFont typeface="Arial" charset="0"/>
              <a:buNone/>
            </a:pPr>
            <a:endParaRPr lang="en-US" altLang="x-none" sz="2300" dirty="0"/>
          </a:p>
          <a:p>
            <a:pPr eaLnBrk="1" hangingPunct="1">
              <a:spcBef>
                <a:spcPct val="0"/>
              </a:spcBef>
              <a:buClrTx/>
              <a:buSzTx/>
              <a:buFont typeface="Arial" charset="0"/>
              <a:buNone/>
            </a:pPr>
            <a:r>
              <a:rPr lang="en-US" altLang="x-none" sz="2300" dirty="0"/>
              <a:t>Safavids were linguistically and politically Azerbaijani Turkic dynasty. </a:t>
            </a:r>
          </a:p>
          <a:p>
            <a:pPr eaLnBrk="1" hangingPunct="1">
              <a:spcBef>
                <a:spcPct val="0"/>
              </a:spcBef>
              <a:buClrTx/>
              <a:buSzTx/>
              <a:buFont typeface="Arial" charset="0"/>
              <a:buNone/>
            </a:pPr>
            <a:endParaRPr lang="en-US" altLang="x-none" sz="2300" dirty="0"/>
          </a:p>
          <a:p>
            <a:pPr eaLnBrk="1" hangingPunct="1">
              <a:spcBef>
                <a:spcPct val="0"/>
              </a:spcBef>
              <a:buClrTx/>
              <a:buSzTx/>
              <a:buFont typeface="Arial" charset="0"/>
              <a:buNone/>
            </a:pPr>
            <a:r>
              <a:rPr lang="en-US" altLang="x-none" sz="2300" dirty="0"/>
              <a:t>This unique identity was particularly strengthened by the fact  of overwhelmingly Turkic background of </a:t>
            </a:r>
            <a:r>
              <a:rPr lang="en-US" altLang="x-none" sz="2300" dirty="0" err="1"/>
              <a:t>Qizilbash</a:t>
            </a:r>
            <a:r>
              <a:rPr lang="en-US" altLang="x-none" sz="2300" dirty="0"/>
              <a:t> tribes, and by the fact that, for the first time in history, Azerbaijani Turkic  was elevated to become an official language of court and military in Safavid Empire.</a:t>
            </a:r>
            <a:r>
              <a:rPr lang="ru-RU" altLang="x-none" sz="2300" dirty="0"/>
              <a:t> </a:t>
            </a:r>
            <a:endParaRPr lang="en-US" altLang="x-none" sz="2300" dirty="0"/>
          </a:p>
          <a:p>
            <a:pPr eaLnBrk="1" hangingPunct="1">
              <a:spcBef>
                <a:spcPct val="0"/>
              </a:spcBef>
              <a:buClrTx/>
              <a:buSzTx/>
              <a:buFont typeface="Arial" charset="0"/>
              <a:buNone/>
            </a:pPr>
            <a:endParaRPr lang="en-US" altLang="x-none" sz="2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4" name="Rectangle 14"/>
          <p:cNvSpPr>
            <a:spLocks noChangeArrowheads="1"/>
          </p:cNvSpPr>
          <p:nvPr/>
        </p:nvSpPr>
        <p:spPr bwMode="auto">
          <a:xfrm>
            <a:off x="107950" y="620713"/>
            <a:ext cx="8890000" cy="500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buFont typeface="Arial" charset="0"/>
              <a:buNone/>
            </a:pPr>
            <a:r>
              <a:rPr lang="en-US" altLang="x-none" sz="2300"/>
              <a:t>A general weakening of the uniquely Azerbaijani political influence within Safavid Empire, particularly so under Shah Abbas Safavi and later the Qajar Turkic dynasty of Iran, as a whole, the development of a dominant ethnic identity in Azerbaijan was not reversed.</a:t>
            </a:r>
            <a:r>
              <a:rPr lang="ru-RU" altLang="x-none" sz="2300"/>
              <a:t> </a:t>
            </a:r>
            <a:endParaRPr lang="en-US" altLang="x-none" sz="2300"/>
          </a:p>
          <a:p>
            <a:pPr eaLnBrk="1" hangingPunct="1">
              <a:buFont typeface="Arial" charset="0"/>
              <a:buNone/>
            </a:pPr>
            <a:endParaRPr lang="en-US" altLang="x-none" sz="2300"/>
          </a:p>
          <a:p>
            <a:pPr eaLnBrk="1" hangingPunct="1">
              <a:buFont typeface="Arial" charset="0"/>
              <a:buNone/>
            </a:pPr>
            <a:r>
              <a:rPr lang="en-US" altLang="x-none" sz="2300"/>
              <a:t>Autonomous Azerbaijani khanates in South Caucasus upon disintegration of Safavid Empire followed by a short-lived attempt by Nadir Shah Afshar to rejoin Safavid territories. </a:t>
            </a:r>
          </a:p>
          <a:p>
            <a:pPr eaLnBrk="1" hangingPunct="1">
              <a:buFont typeface="Arial" charset="0"/>
              <a:buNone/>
            </a:pPr>
            <a:endParaRPr lang="en-US" altLang="x-none" sz="2300"/>
          </a:p>
          <a:p>
            <a:pPr eaLnBrk="1" hangingPunct="1">
              <a:buFont typeface="Arial" charset="0"/>
              <a:buNone/>
            </a:pPr>
            <a:r>
              <a:rPr lang="en-US" altLang="x-none" sz="2300"/>
              <a:t>Among these semi-independent kingdoms, the Karabakh khanate founded by Panah Ali-khan Javanshir circa 1750 with a capital in present-day Shusha played a primary role in reinforcing the uniquely Azerbaijani cultural identity.</a:t>
            </a:r>
            <a:r>
              <a:rPr lang="en-US" altLang="x-none"/>
              <a:t> </a:t>
            </a:r>
            <a:endParaRPr lang="ru-RU" altLang="x-non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link="rId3"/>
          <a:srcRect/>
          <a:tile tx="0" ty="0" sx="100000" sy="100000" flip="none" algn="tl"/>
        </a:blipFill>
        <a:effectLst/>
      </p:bgPr>
    </p:bg>
    <p:spTree>
      <p:nvGrpSpPr>
        <p:cNvPr id="1" name=""/>
        <p:cNvGrpSpPr/>
        <p:nvPr/>
      </p:nvGrpSpPr>
      <p:grpSpPr>
        <a:xfrm>
          <a:off x="0" y="0"/>
          <a:ext cx="0" cy="0"/>
          <a:chOff x="0" y="0"/>
          <a:chExt cx="0" cy="0"/>
        </a:xfrm>
      </p:grpSpPr>
      <p:sp>
        <p:nvSpPr>
          <p:cNvPr id="31746" name="Прямоугольник 1"/>
          <p:cNvSpPr>
            <a:spLocks noChangeArrowheads="1"/>
          </p:cNvSpPr>
          <p:nvPr/>
        </p:nvSpPr>
        <p:spPr bwMode="auto">
          <a:xfrm>
            <a:off x="4430713" y="2068513"/>
            <a:ext cx="1797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eaLnBrk="1" hangingPunct="1">
              <a:spcBef>
                <a:spcPct val="0"/>
              </a:spcBef>
              <a:buClrTx/>
              <a:buSzTx/>
              <a:buFontTx/>
              <a:buNone/>
            </a:pPr>
            <a:r>
              <a:rPr lang="en-US" altLang="x-none" sz="2400" b="1"/>
              <a:t>                      </a:t>
            </a:r>
            <a:endParaRPr lang="en-US" altLang="x-none" sz="1800" b="1"/>
          </a:p>
        </p:txBody>
      </p:sp>
      <p:sp>
        <p:nvSpPr>
          <p:cNvPr id="16394" name="Rectangle 10"/>
          <p:cNvSpPr>
            <a:spLocks noChangeArrowheads="1"/>
          </p:cNvSpPr>
          <p:nvPr/>
        </p:nvSpPr>
        <p:spPr bwMode="auto">
          <a:xfrm>
            <a:off x="250825" y="814746"/>
            <a:ext cx="8569325" cy="50475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lvl1pPr>
              <a:spcBef>
                <a:spcPct val="20000"/>
              </a:spcBef>
              <a:buClr>
                <a:srgbClr val="0BD0D9"/>
              </a:buClr>
              <a:buSzPct val="95000"/>
              <a:buFont typeface="Wingdings 2" charset="2"/>
              <a:buChar char=""/>
              <a:tabLst>
                <a:tab pos="180975" algn="l"/>
              </a:tabLst>
              <a:defRPr sz="2600">
                <a:solidFill>
                  <a:schemeClr val="tx1"/>
                </a:solidFill>
                <a:latin typeface="Arial" charset="0"/>
              </a:defRPr>
            </a:lvl1pPr>
            <a:lvl2pPr marL="884238" indent="-342900">
              <a:spcBef>
                <a:spcPct val="20000"/>
              </a:spcBef>
              <a:buClr>
                <a:schemeClr val="accent1"/>
              </a:buClr>
              <a:buSzPct val="85000"/>
              <a:buFont typeface="Wingdings 2" charset="2"/>
              <a:buChar char=""/>
              <a:tabLst>
                <a:tab pos="180975" algn="l"/>
              </a:tabLst>
              <a:defRPr sz="2400">
                <a:solidFill>
                  <a:schemeClr val="tx1"/>
                </a:solidFill>
                <a:latin typeface="Arial" charset="0"/>
              </a:defRPr>
            </a:lvl2pPr>
            <a:lvl3pPr marL="1406525" indent="-342900">
              <a:spcBef>
                <a:spcPct val="20000"/>
              </a:spcBef>
              <a:buClr>
                <a:schemeClr val="accent2"/>
              </a:buClr>
              <a:buSzPct val="70000"/>
              <a:buFont typeface="Wingdings 2" charset="2"/>
              <a:buChar char=""/>
              <a:tabLst>
                <a:tab pos="180975" algn="l"/>
              </a:tabLst>
              <a:defRPr sz="2100">
                <a:solidFill>
                  <a:schemeClr val="tx1"/>
                </a:solidFill>
                <a:latin typeface="Arial" charset="0"/>
              </a:defRPr>
            </a:lvl3pPr>
            <a:lvl4pPr marL="1928813" indent="-342900">
              <a:spcBef>
                <a:spcPct val="20000"/>
              </a:spcBef>
              <a:buClr>
                <a:srgbClr val="0BD0D9"/>
              </a:buClr>
              <a:buSzPct val="65000"/>
              <a:buFont typeface="Wingdings 2" charset="2"/>
              <a:buChar char=""/>
              <a:tabLst>
                <a:tab pos="180975" algn="l"/>
              </a:tabLst>
              <a:defRPr sz="2000">
                <a:solidFill>
                  <a:schemeClr val="tx1"/>
                </a:solidFill>
                <a:latin typeface="Arial" charset="0"/>
              </a:defRPr>
            </a:lvl4pPr>
            <a:lvl5pPr marL="2451100" indent="-342900">
              <a:spcBef>
                <a:spcPct val="20000"/>
              </a:spcBef>
              <a:buClr>
                <a:srgbClr val="10CF9B"/>
              </a:buClr>
              <a:buSzPct val="65000"/>
              <a:buFont typeface="Wingdings 2" charset="2"/>
              <a:buChar char=""/>
              <a:tabLst>
                <a:tab pos="180975" algn="l"/>
              </a:tabLst>
              <a:defRPr sz="2000">
                <a:solidFill>
                  <a:schemeClr val="tx1"/>
                </a:solidFill>
                <a:latin typeface="Arial" charset="0"/>
              </a:defRPr>
            </a:lvl5pPr>
            <a:lvl6pPr marL="2908300" indent="-342900" eaLnBrk="0" fontAlgn="base" hangingPunct="0">
              <a:spcBef>
                <a:spcPct val="20000"/>
              </a:spcBef>
              <a:spcAft>
                <a:spcPct val="0"/>
              </a:spcAft>
              <a:buClr>
                <a:srgbClr val="10CF9B"/>
              </a:buClr>
              <a:buSzPct val="65000"/>
              <a:buFont typeface="Wingdings 2" charset="2"/>
              <a:buChar char=""/>
              <a:tabLst>
                <a:tab pos="180975" algn="l"/>
              </a:tabLst>
              <a:defRPr sz="2000">
                <a:solidFill>
                  <a:schemeClr val="tx1"/>
                </a:solidFill>
                <a:latin typeface="Arial" charset="0"/>
              </a:defRPr>
            </a:lvl6pPr>
            <a:lvl7pPr marL="3365500" indent="-342900" eaLnBrk="0" fontAlgn="base" hangingPunct="0">
              <a:spcBef>
                <a:spcPct val="20000"/>
              </a:spcBef>
              <a:spcAft>
                <a:spcPct val="0"/>
              </a:spcAft>
              <a:buClr>
                <a:srgbClr val="10CF9B"/>
              </a:buClr>
              <a:buSzPct val="65000"/>
              <a:buFont typeface="Wingdings 2" charset="2"/>
              <a:buChar char=""/>
              <a:tabLst>
                <a:tab pos="180975" algn="l"/>
              </a:tabLst>
              <a:defRPr sz="2000">
                <a:solidFill>
                  <a:schemeClr val="tx1"/>
                </a:solidFill>
                <a:latin typeface="Arial" charset="0"/>
              </a:defRPr>
            </a:lvl7pPr>
            <a:lvl8pPr marL="3822700" indent="-342900" eaLnBrk="0" fontAlgn="base" hangingPunct="0">
              <a:spcBef>
                <a:spcPct val="20000"/>
              </a:spcBef>
              <a:spcAft>
                <a:spcPct val="0"/>
              </a:spcAft>
              <a:buClr>
                <a:srgbClr val="10CF9B"/>
              </a:buClr>
              <a:buSzPct val="65000"/>
              <a:buFont typeface="Wingdings 2" charset="2"/>
              <a:buChar char=""/>
              <a:tabLst>
                <a:tab pos="180975" algn="l"/>
              </a:tabLst>
              <a:defRPr sz="2000">
                <a:solidFill>
                  <a:schemeClr val="tx1"/>
                </a:solidFill>
                <a:latin typeface="Arial" charset="0"/>
              </a:defRPr>
            </a:lvl8pPr>
            <a:lvl9pPr marL="4279900" indent="-342900" eaLnBrk="0" fontAlgn="base" hangingPunct="0">
              <a:spcBef>
                <a:spcPct val="20000"/>
              </a:spcBef>
              <a:spcAft>
                <a:spcPct val="0"/>
              </a:spcAft>
              <a:buClr>
                <a:srgbClr val="10CF9B"/>
              </a:buClr>
              <a:buSzPct val="65000"/>
              <a:buFont typeface="Wingdings 2" charset="2"/>
              <a:buChar char=""/>
              <a:tabLst>
                <a:tab pos="180975" algn="l"/>
              </a:tabLst>
              <a:defRPr sz="2000">
                <a:solidFill>
                  <a:schemeClr val="tx1"/>
                </a:solidFill>
                <a:latin typeface="Arial" charset="0"/>
              </a:defRPr>
            </a:lvl9pPr>
          </a:lstStyle>
          <a:p>
            <a:pPr>
              <a:spcBef>
                <a:spcPct val="0"/>
              </a:spcBef>
              <a:buClrTx/>
              <a:buSzTx/>
              <a:buFontTx/>
              <a:buNone/>
            </a:pPr>
            <a:r>
              <a:rPr lang="en-US" altLang="x-none" sz="2300" dirty="0"/>
              <a:t>In the first quarter of the 19th century, the expressions of Azerbaijani identity started making their way into scholarship. </a:t>
            </a:r>
          </a:p>
          <a:p>
            <a:pPr>
              <a:spcBef>
                <a:spcPct val="0"/>
              </a:spcBef>
              <a:buClrTx/>
              <a:buSzTx/>
              <a:buFontTx/>
              <a:buNone/>
            </a:pPr>
            <a:endParaRPr lang="en-US" altLang="x-none" sz="2300" dirty="0"/>
          </a:p>
          <a:p>
            <a:pPr>
              <a:spcBef>
                <a:spcPct val="0"/>
              </a:spcBef>
              <a:buClrTx/>
              <a:buSzTx/>
              <a:buFontTx/>
              <a:buNone/>
            </a:pPr>
            <a:r>
              <a:rPr lang="en-US" altLang="x-none" sz="2300" dirty="0"/>
              <a:t>Linguistic and literary works of Mirza </a:t>
            </a:r>
            <a:r>
              <a:rPr lang="en-US" altLang="x-none" sz="2300" dirty="0" err="1"/>
              <a:t>Fatali</a:t>
            </a:r>
            <a:r>
              <a:rPr lang="en-US" altLang="x-none" sz="2300" dirty="0"/>
              <a:t> Akhundov and others…</a:t>
            </a:r>
          </a:p>
          <a:p>
            <a:pPr>
              <a:spcBef>
                <a:spcPct val="0"/>
              </a:spcBef>
              <a:buClrTx/>
              <a:buSzTx/>
              <a:buFontTx/>
              <a:buNone/>
            </a:pPr>
            <a:endParaRPr lang="en-US" altLang="x-none" sz="2300" dirty="0"/>
          </a:p>
          <a:p>
            <a:pPr>
              <a:spcBef>
                <a:spcPct val="0"/>
              </a:spcBef>
              <a:buClrTx/>
              <a:buSzTx/>
              <a:buFontTx/>
              <a:buNone/>
            </a:pPr>
            <a:r>
              <a:rPr lang="en-US" altLang="x-none" sz="2300" dirty="0"/>
              <a:t>”Azerbaijani” as an ethno-national factor emerged later in the 19th century in the works of </a:t>
            </a:r>
            <a:r>
              <a:rPr lang="az-Latn-AZ" altLang="x-none" sz="2300" dirty="0"/>
              <a:t>the leasedrs of Azerbaijani enlightenment movement.</a:t>
            </a:r>
            <a:r>
              <a:rPr lang="en-US" altLang="x-none" sz="2300" dirty="0"/>
              <a:t> </a:t>
            </a:r>
            <a:endParaRPr lang="az-Latn-AZ" altLang="x-none" sz="2300" dirty="0"/>
          </a:p>
          <a:p>
            <a:pPr>
              <a:spcBef>
                <a:spcPct val="0"/>
              </a:spcBef>
              <a:buClrTx/>
              <a:buSzTx/>
              <a:buFontTx/>
              <a:buNone/>
            </a:pPr>
            <a:endParaRPr lang="en-US" altLang="x-none" sz="2300" dirty="0"/>
          </a:p>
          <a:p>
            <a:pPr>
              <a:spcBef>
                <a:spcPct val="0"/>
              </a:spcBef>
              <a:buClrTx/>
              <a:buSzTx/>
              <a:buFontTx/>
              <a:buNone/>
            </a:pPr>
            <a:r>
              <a:rPr lang="en-US" altLang="x-none" sz="2300" dirty="0"/>
              <a:t>The encyclopedic dictionary of </a:t>
            </a:r>
            <a:r>
              <a:rPr lang="en-US" altLang="x-none" sz="2300" dirty="0" err="1"/>
              <a:t>Brokgauz</a:t>
            </a:r>
            <a:r>
              <a:rPr lang="en-US" altLang="x-none" sz="2300" dirty="0"/>
              <a:t> and </a:t>
            </a:r>
            <a:r>
              <a:rPr lang="en-US" altLang="x-none" sz="2300" dirty="0" err="1"/>
              <a:t>Efron</a:t>
            </a:r>
            <a:r>
              <a:rPr lang="en-US" altLang="x-none" sz="2300" dirty="0"/>
              <a:t> published in St Petersburg by 1890 already referred to the Turkic speakers inhabiting most of the ”South and South-Eastern Caucasus and Russian Armenia” as </a:t>
            </a:r>
            <a:r>
              <a:rPr lang="en-US" altLang="x-none" sz="2300" dirty="0" err="1"/>
              <a:t>Aderbaijani</a:t>
            </a:r>
            <a:r>
              <a:rPr lang="en-US" altLang="x-none" sz="2300" dirty="0"/>
              <a:t> Tartars. </a:t>
            </a:r>
            <a:endParaRPr lang="ru-RU" altLang="x-none" sz="2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ChangeArrowheads="1"/>
          </p:cNvSpPr>
          <p:nvPr/>
        </p:nvSpPr>
        <p:spPr bwMode="auto">
          <a:xfrm>
            <a:off x="250825" y="5157788"/>
            <a:ext cx="750093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algn="just" eaLnBrk="1" hangingPunct="1">
              <a:spcBef>
                <a:spcPct val="0"/>
              </a:spcBef>
              <a:buClrTx/>
              <a:buSzTx/>
              <a:buFontTx/>
              <a:buNone/>
            </a:pPr>
            <a:r>
              <a:rPr lang="en-US" altLang="x-none" sz="1800"/>
              <a:t> </a:t>
            </a:r>
            <a:endParaRPr lang="az-Latn-AZ" altLang="x-none" sz="1800"/>
          </a:p>
          <a:p>
            <a:pPr algn="just" eaLnBrk="1" hangingPunct="1">
              <a:spcBef>
                <a:spcPct val="0"/>
              </a:spcBef>
              <a:buClrTx/>
              <a:buSzTx/>
              <a:buFontTx/>
              <a:buNone/>
            </a:pPr>
            <a:endParaRPr lang="az-Latn-AZ" altLang="x-none" sz="1800"/>
          </a:p>
          <a:p>
            <a:pPr algn="just" eaLnBrk="1" hangingPunct="1">
              <a:spcBef>
                <a:spcPct val="0"/>
              </a:spcBef>
              <a:buClrTx/>
              <a:buSzTx/>
              <a:buFontTx/>
              <a:buNone/>
            </a:pPr>
            <a:endParaRPr lang="az-Latn-AZ" altLang="x-none" sz="2200"/>
          </a:p>
          <a:p>
            <a:pPr algn="just" eaLnBrk="1" hangingPunct="1">
              <a:spcBef>
                <a:spcPct val="0"/>
              </a:spcBef>
              <a:buClrTx/>
              <a:buSzTx/>
              <a:buFontTx/>
              <a:buNone/>
            </a:pPr>
            <a:r>
              <a:rPr lang="en-US" altLang="x-none" sz="2200"/>
              <a:t>	 </a:t>
            </a:r>
            <a:endParaRPr lang="ru-RU" altLang="x-none" sz="2200"/>
          </a:p>
        </p:txBody>
      </p:sp>
      <p:sp>
        <p:nvSpPr>
          <p:cNvPr id="17414" name="Rectangle 6"/>
          <p:cNvSpPr>
            <a:spLocks noChangeArrowheads="1"/>
          </p:cNvSpPr>
          <p:nvPr/>
        </p:nvSpPr>
        <p:spPr bwMode="auto">
          <a:xfrm>
            <a:off x="323850" y="984250"/>
            <a:ext cx="8569325" cy="45608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spAutoFit/>
          </a:bodyP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just"/>
            <a:r>
              <a:rPr lang="en-US" altLang="x-none" sz="2300"/>
              <a:t>The clashes of 1905 had a profound effect on the consolidation of ethnic identity with demands of equal rights and opportunities for Muslim Azerbaijanis. </a:t>
            </a:r>
          </a:p>
          <a:p>
            <a:pPr algn="just"/>
            <a:endParaRPr lang="en-US" altLang="x-none" sz="2300"/>
          </a:p>
          <a:p>
            <a:pPr algn="just"/>
            <a:r>
              <a:rPr lang="en-US" altLang="x-none" sz="2300"/>
              <a:t>The growing Azerbaijani intellectual elite embraced the socialist ideals and brought about the cultural renaissance in the years preceding the World War I, increasing the role of Azerbaijanis in economic and political life of Baku and its environs. </a:t>
            </a:r>
          </a:p>
          <a:p>
            <a:pPr algn="just"/>
            <a:endParaRPr lang="en-US" altLang="x-none" sz="2300"/>
          </a:p>
          <a:p>
            <a:pPr algn="just"/>
            <a:r>
              <a:rPr lang="en-US" altLang="x-none" sz="2300"/>
              <a:t>At this time, primarily Russian- and European-educated Azerbaijani intellectuals found inspiration in Turkism, treating it as an ideal for unifying the Turkic-speaking Muslim subjects of Russian Empire to demand federalization and cultural autonomy</a:t>
            </a:r>
            <a:r>
              <a:rPr lang="en-US" altLang="x-none"/>
              <a:t>. </a:t>
            </a:r>
            <a:endParaRPr lang="ru-RU" altLang="x-non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3"/>
          <p:cNvSpPr>
            <a:spLocks noGrp="1"/>
          </p:cNvSpPr>
          <p:nvPr>
            <p:ph type="body" idx="1"/>
          </p:nvPr>
        </p:nvSpPr>
        <p:spPr>
          <a:xfrm>
            <a:off x="323850" y="333375"/>
            <a:ext cx="8229600" cy="5256213"/>
          </a:xfrm>
        </p:spPr>
        <p:txBody>
          <a:bodyPr/>
          <a:lstStyle/>
          <a:p>
            <a:pPr marL="0" indent="0">
              <a:lnSpc>
                <a:spcPct val="80000"/>
              </a:lnSpc>
              <a:buFont typeface="Wingdings 2" charset="2"/>
              <a:buNone/>
            </a:pPr>
            <a:r>
              <a:rPr lang="en-US" altLang="x-none" sz="2300"/>
              <a:t>Despite enlisting the support of Ottomans, Azerbaijani elite did not endorse the idea of unification with the failing empire. </a:t>
            </a:r>
          </a:p>
          <a:p>
            <a:pPr marL="0" indent="0">
              <a:lnSpc>
                <a:spcPct val="80000"/>
              </a:lnSpc>
              <a:buFont typeface="Wingdings 2" charset="2"/>
              <a:buNone/>
            </a:pPr>
            <a:endParaRPr lang="en-US" altLang="x-none" sz="2300"/>
          </a:p>
          <a:p>
            <a:pPr marL="0" indent="0">
              <a:lnSpc>
                <a:spcPct val="80000"/>
              </a:lnSpc>
              <a:buFont typeface="Wingdings 2" charset="2"/>
              <a:buNone/>
            </a:pPr>
            <a:r>
              <a:rPr lang="en-US" altLang="x-none" sz="2300"/>
              <a:t>Instead, AR established a secular parliamentary democracy, first of its kind in the Muslim and Turkic-speaking worlds, and further strengthened the independent national identity within the political boundaries that it defined for Caucasian Azerbaijan.</a:t>
            </a:r>
          </a:p>
          <a:p>
            <a:pPr marL="0" indent="0">
              <a:lnSpc>
                <a:spcPct val="80000"/>
              </a:lnSpc>
              <a:buFont typeface="Wingdings 2" charset="2"/>
              <a:buNone/>
            </a:pPr>
            <a:endParaRPr lang="en-US" altLang="x-none" sz="2300"/>
          </a:p>
          <a:p>
            <a:pPr marL="0" indent="0">
              <a:lnSpc>
                <a:spcPct val="80000"/>
              </a:lnSpc>
              <a:buFont typeface="Wingdings 2" charset="2"/>
              <a:buNone/>
            </a:pPr>
            <a:r>
              <a:rPr lang="en-US" altLang="x-none" sz="2300"/>
              <a:t> Azerbaijani tricolor adopted during AR clearly spelled the foundations of this contemporary identity: Turkism (blue), Modernism (red), and Islam (green). It was precisely this identity, albeit under cosmetically Soviet symbols, which continued to develop during the decades of Soviet rule and the reestablishment of independent Azerbaijani state in the post-Soviet period.</a:t>
            </a:r>
            <a:r>
              <a:rPr lang="en-US" altLang="x-none" sz="2200"/>
              <a:t> </a:t>
            </a:r>
            <a:endParaRPr lang="ru-RU" altLang="x-none" sz="2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Прямоугольник 1"/>
          <p:cNvSpPr>
            <a:spLocks noChangeArrowheads="1"/>
          </p:cNvSpPr>
          <p:nvPr/>
        </p:nvSpPr>
        <p:spPr bwMode="auto">
          <a:xfrm>
            <a:off x="179388" y="333375"/>
            <a:ext cx="8785225" cy="628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defRPr sz="2600">
                <a:solidFill>
                  <a:schemeClr val="tx1"/>
                </a:solidFill>
                <a:latin typeface="Arial" charset="0"/>
              </a:defRPr>
            </a:lvl1pPr>
            <a:lvl2pPr marL="742950" indent="-285750">
              <a:spcBef>
                <a:spcPct val="20000"/>
              </a:spcBef>
              <a:buClr>
                <a:schemeClr val="accent1"/>
              </a:buClr>
              <a:buSzPct val="85000"/>
              <a:buFont typeface="Wingdings 2" charset="2"/>
              <a:buChar char=""/>
              <a:defRPr sz="2400">
                <a:solidFill>
                  <a:schemeClr val="tx1"/>
                </a:solidFill>
                <a:latin typeface="Arial" charset="0"/>
              </a:defRPr>
            </a:lvl2pPr>
            <a:lvl3pPr marL="1143000" indent="-228600">
              <a:spcBef>
                <a:spcPct val="20000"/>
              </a:spcBef>
              <a:buClr>
                <a:schemeClr val="accent2"/>
              </a:buClr>
              <a:buSzPct val="70000"/>
              <a:buFont typeface="Wingdings 2" charset="2"/>
              <a:buChar char=""/>
              <a:defRPr sz="2100">
                <a:solidFill>
                  <a:schemeClr val="tx1"/>
                </a:solidFill>
                <a:latin typeface="Arial" charset="0"/>
              </a:defRPr>
            </a:lvl3pPr>
            <a:lvl4pPr marL="1600200" indent="-228600">
              <a:spcBef>
                <a:spcPct val="20000"/>
              </a:spcBef>
              <a:buClr>
                <a:srgbClr val="0BD0D9"/>
              </a:buClr>
              <a:buSzPct val="65000"/>
              <a:buFont typeface="Wingdings 2" charset="2"/>
              <a:buChar char=""/>
              <a:defRPr sz="2000">
                <a:solidFill>
                  <a:schemeClr val="tx1"/>
                </a:solidFill>
                <a:latin typeface="Arial" charset="0"/>
              </a:defRPr>
            </a:lvl4pPr>
            <a:lvl5pPr marL="2057400" indent="-228600">
              <a:spcBef>
                <a:spcPct val="20000"/>
              </a:spcBef>
              <a:buClr>
                <a:srgbClr val="10CF9B"/>
              </a:buClr>
              <a:buSzPct val="65000"/>
              <a:buFont typeface="Wingdings 2" charset="2"/>
              <a:buChar char=""/>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defRPr sz="2000">
                <a:solidFill>
                  <a:schemeClr val="tx1"/>
                </a:solidFill>
                <a:latin typeface="Arial" charset="0"/>
              </a:defRPr>
            </a:lvl9pPr>
          </a:lstStyle>
          <a:p>
            <a:pPr eaLnBrk="1" hangingPunct="1">
              <a:spcBef>
                <a:spcPct val="0"/>
              </a:spcBef>
              <a:buClrTx/>
              <a:buSzTx/>
              <a:buFontTx/>
              <a:buNone/>
            </a:pPr>
            <a:r>
              <a:rPr lang="en-US" altLang="x-none" sz="2300"/>
              <a:t>So despite its defeat, the AR government managed to initiate an irreversible process, that of redefining the Azerbaijani national identity in terms of statehood with political boundaries. </a:t>
            </a:r>
          </a:p>
          <a:p>
            <a:pPr eaLnBrk="1" hangingPunct="1">
              <a:spcBef>
                <a:spcPct val="0"/>
              </a:spcBef>
              <a:buClrTx/>
              <a:buSzTx/>
              <a:buFontTx/>
              <a:buNone/>
            </a:pPr>
            <a:endParaRPr lang="en-US" altLang="x-none" sz="2300"/>
          </a:p>
          <a:p>
            <a:pPr eaLnBrk="1" hangingPunct="1">
              <a:spcBef>
                <a:spcPct val="0"/>
              </a:spcBef>
              <a:buClrTx/>
              <a:buSzTx/>
              <a:buFontTx/>
              <a:buNone/>
            </a:pPr>
            <a:r>
              <a:rPr lang="en-US" altLang="x-none" sz="2300"/>
              <a:t>The 1920s witnessed the consolidation of Azerbaijani linguistic and cultural identity in the Turkic context. In 1928, Soviet authorities supported the decision to change the Turkic language script in Azerbaijan from Arabic to Latin. </a:t>
            </a:r>
          </a:p>
          <a:p>
            <a:pPr eaLnBrk="1" hangingPunct="1">
              <a:spcBef>
                <a:spcPct val="0"/>
              </a:spcBef>
              <a:buClrTx/>
              <a:buSzTx/>
              <a:buFontTx/>
              <a:buNone/>
            </a:pPr>
            <a:endParaRPr lang="en-US" altLang="x-none" sz="2300"/>
          </a:p>
          <a:p>
            <a:pPr eaLnBrk="1" hangingPunct="1">
              <a:spcBef>
                <a:spcPct val="0"/>
              </a:spcBef>
              <a:buClrTx/>
              <a:buSzTx/>
              <a:buFontTx/>
              <a:buNone/>
            </a:pPr>
            <a:r>
              <a:rPr lang="en-US" altLang="x-none" sz="2300"/>
              <a:t>The official language of Azerbaijan SSR was renamed from Turkic (Türk dili) to Azerbaijani, the ethnicity of Turk marked in Soviet passports became Azerbaijani, and the Latin script of Azeri Turkic was replaced by Cyrillic.</a:t>
            </a:r>
            <a:r>
              <a:rPr lang="en-US" altLang="x-none" sz="1800"/>
              <a:t> </a:t>
            </a:r>
          </a:p>
          <a:p>
            <a:pPr eaLnBrk="1" hangingPunct="1">
              <a:spcBef>
                <a:spcPct val="0"/>
              </a:spcBef>
              <a:buClrTx/>
              <a:buSzTx/>
              <a:buFontTx/>
              <a:buNone/>
            </a:pPr>
            <a:endParaRPr lang="en-US" altLang="x-none" sz="1800"/>
          </a:p>
          <a:p>
            <a:pPr eaLnBrk="1" hangingPunct="1">
              <a:spcBef>
                <a:spcPct val="0"/>
              </a:spcBef>
              <a:buClrTx/>
              <a:buSzTx/>
              <a:buFontTx/>
              <a:buNone/>
            </a:pPr>
            <a:r>
              <a:rPr lang="en-US" altLang="x-none" sz="2200"/>
              <a:t>It is noteworthy that while attempting to establish a non-Turkic Azerbaijani identity, Soviet authorities did not care to include the non-Turkic minorities of Azerbaijan within this national definition, i.e. the definition of Azerbaijani applied only to the Turkic-speaking…</a:t>
            </a:r>
            <a:r>
              <a:rPr lang="en-US" altLang="x-none" sz="2300"/>
              <a:t> </a:t>
            </a:r>
            <a:endParaRPr lang="ru-RU" altLang="x-none"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Прямоугольник 1"/>
          <p:cNvSpPr>
            <a:spLocks noChangeArrowheads="1"/>
          </p:cNvSpPr>
          <p:nvPr/>
        </p:nvSpPr>
        <p:spPr bwMode="auto">
          <a:xfrm>
            <a:off x="179388" y="333375"/>
            <a:ext cx="8785225" cy="640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tabLst>
                <a:tab pos="542925" algn="l"/>
              </a:tabLst>
              <a:defRPr sz="2600">
                <a:solidFill>
                  <a:schemeClr val="tx1"/>
                </a:solidFill>
                <a:latin typeface="Arial" charset="0"/>
              </a:defRPr>
            </a:lvl1pPr>
            <a:lvl2pPr marL="742950" indent="-285750">
              <a:spcBef>
                <a:spcPct val="20000"/>
              </a:spcBef>
              <a:buClr>
                <a:schemeClr val="accent1"/>
              </a:buClr>
              <a:buSzPct val="85000"/>
              <a:buFont typeface="Wingdings 2" charset="2"/>
              <a:buChar char=""/>
              <a:tabLst>
                <a:tab pos="542925" algn="l"/>
              </a:tabLst>
              <a:defRPr sz="2400">
                <a:solidFill>
                  <a:schemeClr val="tx1"/>
                </a:solidFill>
                <a:latin typeface="Arial" charset="0"/>
              </a:defRPr>
            </a:lvl2pPr>
            <a:lvl3pPr marL="1143000" indent="-228600">
              <a:spcBef>
                <a:spcPct val="20000"/>
              </a:spcBef>
              <a:buClr>
                <a:schemeClr val="accent2"/>
              </a:buClr>
              <a:buSzPct val="70000"/>
              <a:buFont typeface="Wingdings 2" charset="2"/>
              <a:buChar char=""/>
              <a:tabLst>
                <a:tab pos="542925" algn="l"/>
              </a:tabLst>
              <a:defRPr sz="2100">
                <a:solidFill>
                  <a:schemeClr val="tx1"/>
                </a:solidFill>
                <a:latin typeface="Arial" charset="0"/>
              </a:defRPr>
            </a:lvl3pPr>
            <a:lvl4pPr marL="1600200" indent="-228600">
              <a:spcBef>
                <a:spcPct val="20000"/>
              </a:spcBef>
              <a:buClr>
                <a:srgbClr val="0BD0D9"/>
              </a:buClr>
              <a:buSzPct val="65000"/>
              <a:buFont typeface="Wingdings 2" charset="2"/>
              <a:buChar char=""/>
              <a:tabLst>
                <a:tab pos="542925" algn="l"/>
              </a:tabLst>
              <a:defRPr sz="2000">
                <a:solidFill>
                  <a:schemeClr val="tx1"/>
                </a:solidFill>
                <a:latin typeface="Arial" charset="0"/>
              </a:defRPr>
            </a:lvl4pPr>
            <a:lvl5pPr marL="2057400" indent="-228600">
              <a:spcBef>
                <a:spcPct val="20000"/>
              </a:spcBef>
              <a:buClr>
                <a:srgbClr val="10CF9B"/>
              </a:buClr>
              <a:buSzPct val="65000"/>
              <a:buFont typeface="Wingdings 2" charset="2"/>
              <a:buChar char=""/>
              <a:tabLst>
                <a:tab pos="542925" algn="l"/>
              </a:tabLst>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tabLst>
                <a:tab pos="542925" algn="l"/>
              </a:tabLst>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tabLst>
                <a:tab pos="542925" algn="l"/>
              </a:tabLst>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tabLst>
                <a:tab pos="542925" algn="l"/>
              </a:tabLst>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tabLst>
                <a:tab pos="542925" algn="l"/>
              </a:tabLst>
              <a:defRPr sz="2000">
                <a:solidFill>
                  <a:schemeClr val="tx1"/>
                </a:solidFill>
                <a:latin typeface="Arial" charset="0"/>
              </a:defRPr>
            </a:lvl9pPr>
          </a:lstStyle>
          <a:p>
            <a:pPr eaLnBrk="1" hangingPunct="1">
              <a:spcBef>
                <a:spcPct val="0"/>
              </a:spcBef>
              <a:buClrTx/>
              <a:buSzTx/>
              <a:buFontTx/>
              <a:buNone/>
            </a:pPr>
            <a:r>
              <a:rPr lang="en-US" altLang="x-none" sz="2300"/>
              <a:t>The restoration of Azerbaijani statehood in 1991, in presence of the renewed Armenian-Azerbaijani conflict over the Mountainous Karabakh, brought up new situational challenges for Azerbaijani identity weakened by decades of corrupt Soviet administration.</a:t>
            </a:r>
          </a:p>
          <a:p>
            <a:pPr eaLnBrk="1" hangingPunct="1">
              <a:spcBef>
                <a:spcPct val="0"/>
              </a:spcBef>
              <a:buClrTx/>
              <a:buSzTx/>
              <a:buFontTx/>
              <a:buNone/>
            </a:pPr>
            <a:endParaRPr lang="en-US" altLang="x-none" sz="2300"/>
          </a:p>
          <a:p>
            <a:pPr eaLnBrk="1" hangingPunct="1">
              <a:spcBef>
                <a:spcPct val="0"/>
              </a:spcBef>
              <a:buClrTx/>
              <a:buSzTx/>
              <a:buFontTx/>
              <a:buNone/>
            </a:pPr>
            <a:r>
              <a:rPr lang="en-US" altLang="x-none" sz="2300"/>
              <a:t>Upon their rise to power in 1992, the APF authorities renamed the official language of Azerbaijan to Turkic, publicly emphasizing on the close ethnic ties with Turkey. </a:t>
            </a:r>
          </a:p>
          <a:p>
            <a:pPr eaLnBrk="1" hangingPunct="1">
              <a:spcBef>
                <a:spcPct val="0"/>
              </a:spcBef>
              <a:buClrTx/>
              <a:buSzTx/>
              <a:buFontTx/>
              <a:buNone/>
            </a:pPr>
            <a:endParaRPr lang="en-US" altLang="x-none" sz="2300"/>
          </a:p>
          <a:p>
            <a:pPr eaLnBrk="1" hangingPunct="1">
              <a:spcBef>
                <a:spcPct val="0"/>
              </a:spcBef>
              <a:buClrTx/>
              <a:buSzTx/>
              <a:buFontTx/>
              <a:buNone/>
            </a:pPr>
            <a:r>
              <a:rPr lang="en-US" altLang="x-none" sz="2300"/>
              <a:t>…Heydar Aliyev, managed to quell both separatist groups by reverting APF reforms and restoring the Soviet-era definitions of Azerbaijani identity. Consequently, the official language was again renamed from Turkic to Azerbaijani in the Constitution, and any explicit advertising of the Turkic identity was restricted to common cultural expressions and statements of fraternity with the neighboring Turkey. Aliyev is, however, always remembered for his historic statement: ”Turkey and Azerbaijan are the two states of one nation”.</a:t>
            </a:r>
            <a:r>
              <a:rPr lang="ru-RU" altLang="x-none" sz="230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Прямоугольник 1"/>
          <p:cNvSpPr>
            <a:spLocks noChangeArrowheads="1"/>
          </p:cNvSpPr>
          <p:nvPr/>
        </p:nvSpPr>
        <p:spPr bwMode="auto">
          <a:xfrm>
            <a:off x="179388" y="333375"/>
            <a:ext cx="878522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charset="2"/>
              <a:buChar char=""/>
              <a:tabLst>
                <a:tab pos="542925" algn="l"/>
              </a:tabLst>
              <a:defRPr sz="2600">
                <a:solidFill>
                  <a:schemeClr val="tx1"/>
                </a:solidFill>
                <a:latin typeface="Arial" charset="0"/>
              </a:defRPr>
            </a:lvl1pPr>
            <a:lvl2pPr marL="742950" indent="-285750">
              <a:spcBef>
                <a:spcPct val="20000"/>
              </a:spcBef>
              <a:buClr>
                <a:schemeClr val="accent1"/>
              </a:buClr>
              <a:buSzPct val="85000"/>
              <a:buFont typeface="Wingdings 2" charset="2"/>
              <a:buChar char=""/>
              <a:tabLst>
                <a:tab pos="542925" algn="l"/>
              </a:tabLst>
              <a:defRPr sz="2400">
                <a:solidFill>
                  <a:schemeClr val="tx1"/>
                </a:solidFill>
                <a:latin typeface="Arial" charset="0"/>
              </a:defRPr>
            </a:lvl2pPr>
            <a:lvl3pPr marL="1143000" indent="-228600">
              <a:spcBef>
                <a:spcPct val="20000"/>
              </a:spcBef>
              <a:buClr>
                <a:schemeClr val="accent2"/>
              </a:buClr>
              <a:buSzPct val="70000"/>
              <a:buFont typeface="Wingdings 2" charset="2"/>
              <a:buChar char=""/>
              <a:tabLst>
                <a:tab pos="542925" algn="l"/>
              </a:tabLst>
              <a:defRPr sz="2100">
                <a:solidFill>
                  <a:schemeClr val="tx1"/>
                </a:solidFill>
                <a:latin typeface="Arial" charset="0"/>
              </a:defRPr>
            </a:lvl3pPr>
            <a:lvl4pPr marL="1600200" indent="-228600">
              <a:spcBef>
                <a:spcPct val="20000"/>
              </a:spcBef>
              <a:buClr>
                <a:srgbClr val="0BD0D9"/>
              </a:buClr>
              <a:buSzPct val="65000"/>
              <a:buFont typeface="Wingdings 2" charset="2"/>
              <a:buChar char=""/>
              <a:tabLst>
                <a:tab pos="542925" algn="l"/>
              </a:tabLst>
              <a:defRPr sz="2000">
                <a:solidFill>
                  <a:schemeClr val="tx1"/>
                </a:solidFill>
                <a:latin typeface="Arial" charset="0"/>
              </a:defRPr>
            </a:lvl4pPr>
            <a:lvl5pPr marL="2057400" indent="-228600">
              <a:spcBef>
                <a:spcPct val="20000"/>
              </a:spcBef>
              <a:buClr>
                <a:srgbClr val="10CF9B"/>
              </a:buClr>
              <a:buSzPct val="65000"/>
              <a:buFont typeface="Wingdings 2" charset="2"/>
              <a:buChar char=""/>
              <a:tabLst>
                <a:tab pos="542925" algn="l"/>
              </a:tabLst>
              <a:defRPr sz="2000">
                <a:solidFill>
                  <a:schemeClr val="tx1"/>
                </a:solidFill>
                <a:latin typeface="Arial" charset="0"/>
              </a:defRPr>
            </a:lvl5pPr>
            <a:lvl6pPr marL="2514600" indent="-228600" eaLnBrk="0" fontAlgn="base" hangingPunct="0">
              <a:spcBef>
                <a:spcPct val="20000"/>
              </a:spcBef>
              <a:spcAft>
                <a:spcPct val="0"/>
              </a:spcAft>
              <a:buClr>
                <a:srgbClr val="10CF9B"/>
              </a:buClr>
              <a:buSzPct val="65000"/>
              <a:buFont typeface="Wingdings 2" charset="2"/>
              <a:buChar char=""/>
              <a:tabLst>
                <a:tab pos="542925" algn="l"/>
              </a:tabLst>
              <a:defRPr sz="2000">
                <a:solidFill>
                  <a:schemeClr val="tx1"/>
                </a:solidFill>
                <a:latin typeface="Arial" charset="0"/>
              </a:defRPr>
            </a:lvl6pPr>
            <a:lvl7pPr marL="2971800" indent="-228600" eaLnBrk="0" fontAlgn="base" hangingPunct="0">
              <a:spcBef>
                <a:spcPct val="20000"/>
              </a:spcBef>
              <a:spcAft>
                <a:spcPct val="0"/>
              </a:spcAft>
              <a:buClr>
                <a:srgbClr val="10CF9B"/>
              </a:buClr>
              <a:buSzPct val="65000"/>
              <a:buFont typeface="Wingdings 2" charset="2"/>
              <a:buChar char=""/>
              <a:tabLst>
                <a:tab pos="542925" algn="l"/>
              </a:tabLst>
              <a:defRPr sz="2000">
                <a:solidFill>
                  <a:schemeClr val="tx1"/>
                </a:solidFill>
                <a:latin typeface="Arial" charset="0"/>
              </a:defRPr>
            </a:lvl7pPr>
            <a:lvl8pPr marL="3429000" indent="-228600" eaLnBrk="0" fontAlgn="base" hangingPunct="0">
              <a:spcBef>
                <a:spcPct val="20000"/>
              </a:spcBef>
              <a:spcAft>
                <a:spcPct val="0"/>
              </a:spcAft>
              <a:buClr>
                <a:srgbClr val="10CF9B"/>
              </a:buClr>
              <a:buSzPct val="65000"/>
              <a:buFont typeface="Wingdings 2" charset="2"/>
              <a:buChar char=""/>
              <a:tabLst>
                <a:tab pos="542925" algn="l"/>
              </a:tabLst>
              <a:defRPr sz="2000">
                <a:solidFill>
                  <a:schemeClr val="tx1"/>
                </a:solidFill>
                <a:latin typeface="Arial" charset="0"/>
              </a:defRPr>
            </a:lvl8pPr>
            <a:lvl9pPr marL="3886200" indent="-228600" eaLnBrk="0" fontAlgn="base" hangingPunct="0">
              <a:spcBef>
                <a:spcPct val="20000"/>
              </a:spcBef>
              <a:spcAft>
                <a:spcPct val="0"/>
              </a:spcAft>
              <a:buClr>
                <a:srgbClr val="10CF9B"/>
              </a:buClr>
              <a:buSzPct val="65000"/>
              <a:buFont typeface="Wingdings 2" charset="2"/>
              <a:buChar char=""/>
              <a:tabLst>
                <a:tab pos="542925" algn="l"/>
              </a:tabLst>
              <a:defRPr sz="2000">
                <a:solidFill>
                  <a:schemeClr val="tx1"/>
                </a:solidFill>
                <a:latin typeface="Arial" charset="0"/>
              </a:defRPr>
            </a:lvl9pPr>
          </a:lstStyle>
          <a:p>
            <a:pPr eaLnBrk="1" hangingPunct="1">
              <a:spcBef>
                <a:spcPct val="0"/>
              </a:spcBef>
              <a:buClrTx/>
              <a:buSzTx/>
              <a:buFontTx/>
              <a:buNone/>
            </a:pPr>
            <a:endParaRPr lang="x-none" altLang="x-none" sz="2300"/>
          </a:p>
        </p:txBody>
      </p:sp>
      <p:sp>
        <p:nvSpPr>
          <p:cNvPr id="37891" name="Rectangle 3"/>
          <p:cNvSpPr>
            <a:spLocks noChangeArrowheads="1"/>
          </p:cNvSpPr>
          <p:nvPr/>
        </p:nvSpPr>
        <p:spPr bwMode="auto">
          <a:xfrm>
            <a:off x="539751" y="1052736"/>
            <a:ext cx="8424862"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just"/>
            <a:r>
              <a:rPr lang="en-US" altLang="x-none" sz="2600" dirty="0"/>
              <a:t>One of the best examples of how Azerbaijani intellectuals in early 20th century were concerned about Azerbaijani identity was a well-known drama “My mother’s book” by Jalil </a:t>
            </a:r>
            <a:r>
              <a:rPr lang="en-US" altLang="x-none" sz="2600" dirty="0" err="1"/>
              <a:t>Mammaguluzade</a:t>
            </a:r>
            <a:r>
              <a:rPr lang="en-US" altLang="x-none" sz="2600" dirty="0"/>
              <a:t>.</a:t>
            </a:r>
          </a:p>
          <a:p>
            <a:pPr algn="just"/>
            <a:endParaRPr lang="en-US" altLang="x-none" sz="2600" dirty="0"/>
          </a:p>
          <a:p>
            <a:pPr algn="just"/>
            <a:r>
              <a:rPr lang="en-US" altLang="x-none" sz="2600" dirty="0" err="1"/>
              <a:t>Siyavush</a:t>
            </a:r>
            <a:r>
              <a:rPr lang="en-US" altLang="x-none" sz="2600" dirty="0"/>
              <a:t> of Our Century” by </a:t>
            </a:r>
            <a:r>
              <a:rPr lang="en-US" altLang="x-none" sz="2600" dirty="0" err="1"/>
              <a:t>M.A.Rasulzade</a:t>
            </a:r>
            <a:r>
              <a:rPr lang="en-US" altLang="x-none" sz="2600" dirty="0"/>
              <a:t> - </a:t>
            </a:r>
            <a:r>
              <a:rPr lang="en-US" altLang="x-none" sz="2600" dirty="0" err="1"/>
              <a:t>Siyavush</a:t>
            </a:r>
            <a:r>
              <a:rPr lang="en-US" altLang="x-none" sz="2600" dirty="0"/>
              <a:t>, according to </a:t>
            </a:r>
            <a:r>
              <a:rPr lang="en-US" altLang="x-none" sz="2600" dirty="0" err="1"/>
              <a:t>Rasulzade</a:t>
            </a:r>
            <a:r>
              <a:rPr lang="en-US" altLang="x-none" sz="2600" dirty="0"/>
              <a:t> is a symbol of Azerbaijan with its mixed blood and flesh but more importantly, symbolizes the national character of Azerbaijanis always striving for peace and tranquility.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Oriel</Template>
  <TotalTime>12806</TotalTime>
  <Words>2076</Words>
  <Application>Microsoft Office PowerPoint</Application>
  <PresentationFormat>On-screen Show (4:3)</PresentationFormat>
  <Paragraphs>166</Paragraphs>
  <Slides>21</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Montserrat</vt:lpstr>
      <vt:lpstr>Times New Roman</vt:lpstr>
      <vt:lpstr>Wingdings</vt:lpstr>
      <vt:lpstr>Wingdings 2</vt:lpstr>
      <vt:lpstr>Flow</vt:lpstr>
      <vt:lpstr>PowerPoint Presentation</vt:lpstr>
      <vt:lpstr>PowerPoint Presentation</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CtrlSoft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Shared Values of Multiculturalism and Secularism in Azerbaijan</dc:title>
  <dc:creator>tahira.allahyarova</dc:creator>
  <cp:lastModifiedBy>Nariman Gasimzade</cp:lastModifiedBy>
  <cp:revision>410</cp:revision>
  <dcterms:created xsi:type="dcterms:W3CDTF">2015-03-18T12:36:06Z</dcterms:created>
  <dcterms:modified xsi:type="dcterms:W3CDTF">2025-09-08T10:19:02Z</dcterms:modified>
</cp:coreProperties>
</file>