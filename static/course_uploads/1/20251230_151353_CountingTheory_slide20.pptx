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63"/>
  </p:normalViewPr>
  <p:slideViewPr>
    <p:cSldViewPr snapToGrid="0">
      <p:cViewPr varScale="1">
        <p:scale>
          <a:sx n="99" d="100"/>
          <a:sy n="99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43FD-992C-D7A2-2A31-1A8EA486A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Z" dirty="0"/>
              <a:t>Counting theory:addition and multiplication </a:t>
            </a:r>
          </a:p>
        </p:txBody>
      </p:sp>
    </p:spTree>
    <p:extLst>
      <p:ext uri="{BB962C8B-B14F-4D97-AF65-F5344CB8AC3E}">
        <p14:creationId xmlns:p14="http://schemas.microsoft.com/office/powerpoint/2010/main" val="77612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3D4A-C185-744B-2751-01A064D6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AZ" dirty="0"/>
              <a:t>ddition principle</a:t>
            </a:r>
          </a:p>
        </p:txBody>
      </p:sp>
      <p:pic>
        <p:nvPicPr>
          <p:cNvPr id="5" name="Content Placeholder 4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0CFD252B-41CA-28D4-C6BF-8A37D4C6A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764" y="3188959"/>
            <a:ext cx="8686800" cy="1193800"/>
          </a:xfrm>
        </p:spPr>
      </p:pic>
    </p:spTree>
    <p:extLst>
      <p:ext uri="{BB962C8B-B14F-4D97-AF65-F5344CB8AC3E}">
        <p14:creationId xmlns:p14="http://schemas.microsoft.com/office/powerpoint/2010/main" val="51269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DAF8-871E-625C-E49B-0F636E6B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diagram of a cell phone&#10;&#10;Description automatically generated">
            <a:extLst>
              <a:ext uri="{FF2B5EF4-FFF2-40B4-BE49-F238E27FC236}">
                <a16:creationId xmlns:a16="http://schemas.microsoft.com/office/drawing/2014/main" id="{8D0949B4-159E-EC1D-A41D-610171DC2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9295" y="2286000"/>
            <a:ext cx="8189547" cy="4022725"/>
          </a:xfrm>
        </p:spPr>
      </p:pic>
    </p:spTree>
    <p:extLst>
      <p:ext uri="{BB962C8B-B14F-4D97-AF65-F5344CB8AC3E}">
        <p14:creationId xmlns:p14="http://schemas.microsoft.com/office/powerpoint/2010/main" val="2498371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1F70-54FE-93AE-A90E-472FEFD8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6B6BD-7998-1D84-5E5D-AFB274D35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569" y="2413000"/>
            <a:ext cx="8661400" cy="1016000"/>
          </a:xfrm>
        </p:spPr>
      </p:pic>
      <p:pic>
        <p:nvPicPr>
          <p:cNvPr id="7" name="Picture 6" descr="A diagram of meat and meat&#10;&#10;Description automatically generated with medium confidence">
            <a:extLst>
              <a:ext uri="{FF2B5EF4-FFF2-40B4-BE49-F238E27FC236}">
                <a16:creationId xmlns:a16="http://schemas.microsoft.com/office/drawing/2014/main" id="{9A08F3A7-38C2-C1E5-87E8-5AC58E351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069" y="4038600"/>
            <a:ext cx="7772400" cy="179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4B96-277A-5C52-43D9-C30294C9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</a:t>
            </a:r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4DDF600-0373-6A35-9639-EB397CA51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214" y="3429000"/>
            <a:ext cx="8851900" cy="1206500"/>
          </a:xfrm>
        </p:spPr>
      </p:pic>
    </p:spTree>
    <p:extLst>
      <p:ext uri="{BB962C8B-B14F-4D97-AF65-F5344CB8AC3E}">
        <p14:creationId xmlns:p14="http://schemas.microsoft.com/office/powerpoint/2010/main" val="52289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31EB-556C-9D1A-E2FA-43D63808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Multiplication principle</a:t>
            </a:r>
          </a:p>
        </p:txBody>
      </p:sp>
      <p:pic>
        <p:nvPicPr>
          <p:cNvPr id="5" name="Content Placeholder 4" descr="A white card with black text&#10;&#10;Description automatically generated">
            <a:extLst>
              <a:ext uri="{FF2B5EF4-FFF2-40B4-BE49-F238E27FC236}">
                <a16:creationId xmlns:a16="http://schemas.microsoft.com/office/drawing/2014/main" id="{896FD88E-3EC9-22BF-3C9F-FD2D3382B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8864" y="3122612"/>
            <a:ext cx="8610600" cy="1333500"/>
          </a:xfrm>
        </p:spPr>
      </p:pic>
    </p:spTree>
    <p:extLst>
      <p:ext uri="{BB962C8B-B14F-4D97-AF65-F5344CB8AC3E}">
        <p14:creationId xmlns:p14="http://schemas.microsoft.com/office/powerpoint/2010/main" val="339769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6EE0-0E52-7B62-7EF4-CC02C34CC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diagram of a recipe&#10;&#10;Description automatically generated">
            <a:extLst>
              <a:ext uri="{FF2B5EF4-FFF2-40B4-BE49-F238E27FC236}">
                <a16:creationId xmlns:a16="http://schemas.microsoft.com/office/drawing/2014/main" id="{3E021300-95B9-75C7-0006-29AC9F059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069" y="2557462"/>
            <a:ext cx="8636000" cy="3479800"/>
          </a:xfrm>
        </p:spPr>
      </p:pic>
    </p:spTree>
    <p:extLst>
      <p:ext uri="{BB962C8B-B14F-4D97-AF65-F5344CB8AC3E}">
        <p14:creationId xmlns:p14="http://schemas.microsoft.com/office/powerpoint/2010/main" val="163506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08FA-4DF2-9000-327F-5360F42E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solution</a:t>
            </a:r>
          </a:p>
        </p:txBody>
      </p:sp>
      <p:pic>
        <p:nvPicPr>
          <p:cNvPr id="5" name="Content Placeholder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0BB8A63F-2F68-6ACD-6174-C717E062D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640" y="2286000"/>
            <a:ext cx="6724858" cy="4022725"/>
          </a:xfrm>
        </p:spPr>
      </p:pic>
    </p:spTree>
    <p:extLst>
      <p:ext uri="{BB962C8B-B14F-4D97-AF65-F5344CB8AC3E}">
        <p14:creationId xmlns:p14="http://schemas.microsoft.com/office/powerpoint/2010/main" val="67069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1342-571F-B275-73BE-F015B86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87368D74-89F4-A254-DC25-4E25193A3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069" y="3071812"/>
            <a:ext cx="8636000" cy="2451100"/>
          </a:xfrm>
        </p:spPr>
      </p:pic>
    </p:spTree>
    <p:extLst>
      <p:ext uri="{BB962C8B-B14F-4D97-AF65-F5344CB8AC3E}">
        <p14:creationId xmlns:p14="http://schemas.microsoft.com/office/powerpoint/2010/main" val="2228268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BE4F-50C4-1BE6-8E86-EBF1CA3F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</a:t>
            </a:r>
          </a:p>
        </p:txBody>
      </p:sp>
      <p:pic>
        <p:nvPicPr>
          <p:cNvPr id="5" name="Content Placeholder 4" descr="A white card with black text&#10;&#10;Description automatically generated">
            <a:extLst>
              <a:ext uri="{FF2B5EF4-FFF2-40B4-BE49-F238E27FC236}">
                <a16:creationId xmlns:a16="http://schemas.microsoft.com/office/drawing/2014/main" id="{9C1100AF-4D66-E374-6CE5-2EC3683D2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914" y="3338069"/>
            <a:ext cx="8826500" cy="1435100"/>
          </a:xfrm>
        </p:spPr>
      </p:pic>
    </p:spTree>
    <p:extLst>
      <p:ext uri="{BB962C8B-B14F-4D97-AF65-F5344CB8AC3E}">
        <p14:creationId xmlns:p14="http://schemas.microsoft.com/office/powerpoint/2010/main" val="2679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BEDD-A693-DAF9-6B3A-3048249A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</a:t>
            </a:r>
          </a:p>
        </p:txBody>
      </p:sp>
      <p:pic>
        <p:nvPicPr>
          <p:cNvPr id="5" name="Content Placeholder 4" descr="A paper with text on it&#10;&#10;Description automatically generated">
            <a:extLst>
              <a:ext uri="{FF2B5EF4-FFF2-40B4-BE49-F238E27FC236}">
                <a16:creationId xmlns:a16="http://schemas.microsoft.com/office/drawing/2014/main" id="{0658A167-D318-83C7-D5AE-32C41BB7E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619" y="2341562"/>
            <a:ext cx="9232900" cy="3911600"/>
          </a:xfrm>
        </p:spPr>
      </p:pic>
    </p:spTree>
    <p:extLst>
      <p:ext uri="{BB962C8B-B14F-4D97-AF65-F5344CB8AC3E}">
        <p14:creationId xmlns:p14="http://schemas.microsoft.com/office/powerpoint/2010/main" val="3070418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</TotalTime>
  <Words>19</Words>
  <Application>Microsoft Macintosh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Counting theory:addition and multiplication </vt:lpstr>
      <vt:lpstr>Addition principle</vt:lpstr>
      <vt:lpstr>example</vt:lpstr>
      <vt:lpstr>example</vt:lpstr>
      <vt:lpstr>problem</vt:lpstr>
      <vt:lpstr>Multiplication principle</vt:lpstr>
      <vt:lpstr>example</vt:lpstr>
      <vt:lpstr>solution</vt:lpstr>
      <vt:lpstr>example</vt:lpstr>
      <vt:lpstr>problem</vt:lpstr>
      <vt:lpstr>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Mujgan Aliyeva</dc:creator>
  <cp:lastModifiedBy>Mujgan Aliyeva</cp:lastModifiedBy>
  <cp:revision>2</cp:revision>
  <dcterms:created xsi:type="dcterms:W3CDTF">2024-12-08T20:09:36Z</dcterms:created>
  <dcterms:modified xsi:type="dcterms:W3CDTF">2024-12-08T20:48:44Z</dcterms:modified>
</cp:coreProperties>
</file>